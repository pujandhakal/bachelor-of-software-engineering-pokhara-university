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7F01-9848-ACE8-A460-16F120168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CA947-4BA8-3155-8D10-851125B60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31B4-9EBA-DB66-CE5B-6D451690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3B204-EABC-2E19-565B-421B564F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83BDD-4B0F-79C9-54D8-A0FAC74D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4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A58C-E685-659E-EFD9-7149945AC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DFDC9-EEEE-2644-CF55-DB6F2743D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7CF0B-FC49-AEA0-16E6-4E3B314A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C9B99-B7BC-9BA2-8C26-659967D3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047ED-A9D4-0061-ACD5-F6A5267A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87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5161-6B4C-830A-2B12-2D891583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CF5B0-C57E-05C5-F3EC-34E3D3816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5C9E6-F820-3477-69DE-2BA808F6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DA432-AB4D-A01B-F918-E63E5F8B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C1D49-C599-BC41-C52F-33FFABE1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4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6DBF-AD53-AD2A-1B5D-3C6EFA04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2602-7E9E-9E22-B3C6-DE8FC7EA9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86E3D-E838-084E-9D47-7EB09FB6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01077-294C-D35C-50D1-C4FAB118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6E3C2-888C-4429-0FD0-6E5B6D94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B6218-E4F9-8612-B1BE-6EA042F1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65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A3D7-5E29-BEE3-35D2-65355A5F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CB9E0-7E71-700F-A5EF-C64A75FFC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CB366-6F31-A305-B921-AA63AC89F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6ECEE-090E-6260-F364-E32950576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76F38-5B61-FA5B-B8B0-6BBB79C00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21B7BF-165D-5E81-4868-129E41D5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4FC23-5BFE-CBE5-0C03-BE502380A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EE8FDF-5FAF-589E-F0B9-4C77DC63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46BB-1B32-F3C0-5696-776DDA48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A317A-B77A-4278-749D-97A87DA1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220B8-C207-8E39-C1C8-DDE97F98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13F94-599B-6AA2-DC11-E6896448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08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B3BFB-E153-9C1F-231B-89E973F7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D4087-A5AC-52BE-65BC-3C513108B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F66C7-15A4-DF07-7855-CD031247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02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3A86E-CD59-2CC2-DDE4-76B9BCEB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7000D-81EB-3FED-BA7D-C2A990BD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8B3C3-A506-8DB0-0E70-EF799943A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A04FD-DDA3-E466-9E65-2939B6A2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D6E27-EA87-068F-8210-812E5FF1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026F4-A8AD-505C-7357-B53B9F6E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5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2EA5-A81E-D1D4-D277-E6E3CABE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C7487-C5B9-479A-E44A-6745991D2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6DAA4-92D3-F7C8-75D7-3C24CE77C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91D72-4383-A9AB-3D84-1C8420D1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6E189-6F2C-40F6-7046-CE25F95D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4F10B-C143-F523-9996-90D2E1BE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6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453C-3263-4965-1C48-BF4816BF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D948F-B098-FBD0-A96D-C78F02F2D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EFAD5-23B9-2BB5-CB51-94EC40C8D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A8F88-8976-7DCE-B079-0DEF4182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2790-B14B-DA01-99A0-2241C939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84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C46D3-09FE-6A87-5262-30AF4408A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57470-B32E-1A1C-17C0-A97892134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389E-D232-C46F-D058-329A649E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B42AA-62F7-3370-7181-89579D07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52884-8BFE-028F-BAD8-451B86F4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1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30627-D7AE-3075-B684-241D0FBF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B503A-DD55-E9AC-97C2-6814457C3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8A932-5A77-7083-B9F1-82537DDBF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72E95-A072-4D42-A2D1-AFC1E7B1A873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B4DF7-7C4C-BB0C-6E51-49A0E51D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37B3F-94FB-50E7-FF3E-698B12F2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D501B-1676-4C5D-B9F9-07F9CE286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0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9500-25B0-5E24-F341-B26BCF0D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u="sng" dirty="0"/>
              <a:t>Karnaugh Map (K-Map)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8E260-0F8F-7CD0-DEC8-EAAF595DA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K-map is a graphical chart which contains boxes and is a pictorial form of truth table. It is used to simplify the Boolean equations. The number of squares contained in the K-map depends upon the number of logical variables i.e., for n variables, there are 2˄n squares arranged in specific order. It comprises a box for every line in truth table.</a:t>
            </a:r>
          </a:p>
          <a:p>
            <a:r>
              <a:rPr lang="en-US" dirty="0"/>
              <a:t>For , 2 variables, there are 2 ˄ 2= 4 cells in K-map </a:t>
            </a:r>
          </a:p>
          <a:p>
            <a:r>
              <a:rPr lang="en-US" dirty="0"/>
              <a:t>3 variables, there are 2˄3 = 8 cells in K-map</a:t>
            </a:r>
          </a:p>
          <a:p>
            <a:r>
              <a:rPr lang="en-US" dirty="0"/>
              <a:t> 4 variables, there are 2 ˄ 4 =16 cells in K-map n variables,</a:t>
            </a:r>
          </a:p>
          <a:p>
            <a:r>
              <a:rPr lang="en-US" dirty="0"/>
              <a:t> there </a:t>
            </a:r>
            <a:r>
              <a:rPr lang="en-US"/>
              <a:t>are 2 ˄ n= 2 ˄ n </a:t>
            </a:r>
            <a:r>
              <a:rPr lang="en-US" dirty="0"/>
              <a:t>cells in K-map.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171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8B6A-1E42-9D9E-5B38-875C611C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1548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/>
              <a:t>Don't Care Condition</a:t>
            </a:r>
            <a:endParaRPr lang="en-IN" sz="4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1BB51-C72A-6984-3A83-D95E3195B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"Don't care condition" is the condition of input which doesn't affect output.</a:t>
            </a:r>
          </a:p>
          <a:p>
            <a:pPr algn="just"/>
            <a:r>
              <a:rPr lang="en-US" sz="3200" dirty="0"/>
              <a:t>We plot 1s corresponding to the combination of input variables for SOP form which produces a high output and plot 0s for remaining cells of K-map. We plot 0s corresponding to the combination of input variables for POS form which produces a low </a:t>
            </a:r>
            <a:r>
              <a:rPr lang="en-US" sz="3200" dirty="0" err="1"/>
              <a:t>outpùt</a:t>
            </a:r>
            <a:r>
              <a:rPr lang="en-US" sz="3200" dirty="0"/>
              <a:t> and plot 1s for remaining cells of K-map. </a:t>
            </a:r>
          </a:p>
          <a:p>
            <a:pPr algn="just"/>
            <a:r>
              <a:rPr lang="en-US" sz="3200" dirty="0"/>
              <a:t>It is represented as x' (cross) mark. in corresponding cells.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03337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222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Karnaugh Map (K-Map)</vt:lpstr>
      <vt:lpstr>Don't Care Condition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Karnaugh Map (K-Map)</dc:title>
  <dc:creator>pritam adhikari</dc:creator>
  <cp:lastModifiedBy>pritam adhikari</cp:lastModifiedBy>
  <cp:revision>1</cp:revision>
  <dcterms:created xsi:type="dcterms:W3CDTF">2024-12-02T15:20:11Z</dcterms:created>
  <dcterms:modified xsi:type="dcterms:W3CDTF">2024-12-02T15:24:38Z</dcterms:modified>
</cp:coreProperties>
</file>