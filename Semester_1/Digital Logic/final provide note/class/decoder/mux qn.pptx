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572AD1-760E-45AE-AA1E-FA9C46F141F9}" v="30" dt="2024-12-29T16:42:36.4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tam adhikari" userId="b110053650bdc76b" providerId="LiveId" clId="{A9572AD1-760E-45AE-AA1E-FA9C46F141F9}"/>
    <pc:docChg chg="undo custSel addSld delSld modSld sldOrd">
      <pc:chgData name="pritam adhikari" userId="b110053650bdc76b" providerId="LiveId" clId="{A9572AD1-760E-45AE-AA1E-FA9C46F141F9}" dt="2024-12-29T16:50:20.266" v="263" actId="20577"/>
      <pc:docMkLst>
        <pc:docMk/>
      </pc:docMkLst>
      <pc:sldChg chg="modSp mod modAnim">
        <pc:chgData name="pritam adhikari" userId="b110053650bdc76b" providerId="LiveId" clId="{A9572AD1-760E-45AE-AA1E-FA9C46F141F9}" dt="2024-12-29T16:38:11.144" v="95"/>
        <pc:sldMkLst>
          <pc:docMk/>
          <pc:sldMk cId="2578704808" sldId="257"/>
        </pc:sldMkLst>
        <pc:graphicFrameChg chg="modGraphic">
          <ac:chgData name="pritam adhikari" userId="b110053650bdc76b" providerId="LiveId" clId="{A9572AD1-760E-45AE-AA1E-FA9C46F141F9}" dt="2024-12-29T16:38:04.553" v="94" actId="14734"/>
          <ac:graphicFrameMkLst>
            <pc:docMk/>
            <pc:sldMk cId="2578704808" sldId="257"/>
            <ac:graphicFrameMk id="4" creationId="{9C747EA8-7019-253D-3ADE-636C130666DA}"/>
          </ac:graphicFrameMkLst>
        </pc:graphicFrameChg>
      </pc:sldChg>
      <pc:sldChg chg="ord modAnim">
        <pc:chgData name="pritam adhikari" userId="b110053650bdc76b" providerId="LiveId" clId="{A9572AD1-760E-45AE-AA1E-FA9C46F141F9}" dt="2024-12-29T16:38:37.745" v="98"/>
        <pc:sldMkLst>
          <pc:docMk/>
          <pc:sldMk cId="2373934620" sldId="258"/>
        </pc:sldMkLst>
      </pc:sldChg>
      <pc:sldChg chg="del">
        <pc:chgData name="pritam adhikari" userId="b110053650bdc76b" providerId="LiveId" clId="{A9572AD1-760E-45AE-AA1E-FA9C46F141F9}" dt="2024-12-29T16:31:52.197" v="87" actId="47"/>
        <pc:sldMkLst>
          <pc:docMk/>
          <pc:sldMk cId="1691378335" sldId="259"/>
        </pc:sldMkLst>
      </pc:sldChg>
      <pc:sldChg chg="del">
        <pc:chgData name="pritam adhikari" userId="b110053650bdc76b" providerId="LiveId" clId="{A9572AD1-760E-45AE-AA1E-FA9C46F141F9}" dt="2024-12-29T16:31:50.866" v="86" actId="47"/>
        <pc:sldMkLst>
          <pc:docMk/>
          <pc:sldMk cId="2815743743" sldId="260"/>
        </pc:sldMkLst>
      </pc:sldChg>
      <pc:sldChg chg="del">
        <pc:chgData name="pritam adhikari" userId="b110053650bdc76b" providerId="LiveId" clId="{A9572AD1-760E-45AE-AA1E-FA9C46F141F9}" dt="2024-12-29T16:31:50.067" v="85" actId="47"/>
        <pc:sldMkLst>
          <pc:docMk/>
          <pc:sldMk cId="4104912913" sldId="261"/>
        </pc:sldMkLst>
      </pc:sldChg>
      <pc:sldChg chg="del">
        <pc:chgData name="pritam adhikari" userId="b110053650bdc76b" providerId="LiveId" clId="{A9572AD1-760E-45AE-AA1E-FA9C46F141F9}" dt="2024-12-29T16:31:49.196" v="84" actId="47"/>
        <pc:sldMkLst>
          <pc:docMk/>
          <pc:sldMk cId="1952667299" sldId="262"/>
        </pc:sldMkLst>
      </pc:sldChg>
      <pc:sldChg chg="del">
        <pc:chgData name="pritam adhikari" userId="b110053650bdc76b" providerId="LiveId" clId="{A9572AD1-760E-45AE-AA1E-FA9C46F141F9}" dt="2024-12-29T16:31:48.298" v="83" actId="47"/>
        <pc:sldMkLst>
          <pc:docMk/>
          <pc:sldMk cId="2715655804" sldId="263"/>
        </pc:sldMkLst>
      </pc:sldChg>
      <pc:sldChg chg="del">
        <pc:chgData name="pritam adhikari" userId="b110053650bdc76b" providerId="LiveId" clId="{A9572AD1-760E-45AE-AA1E-FA9C46F141F9}" dt="2024-12-29T16:31:47.125" v="82" actId="47"/>
        <pc:sldMkLst>
          <pc:docMk/>
          <pc:sldMk cId="2342966840" sldId="264"/>
        </pc:sldMkLst>
      </pc:sldChg>
      <pc:sldChg chg="del">
        <pc:chgData name="pritam adhikari" userId="b110053650bdc76b" providerId="LiveId" clId="{A9572AD1-760E-45AE-AA1E-FA9C46F141F9}" dt="2024-12-29T16:31:46.275" v="81" actId="47"/>
        <pc:sldMkLst>
          <pc:docMk/>
          <pc:sldMk cId="1893698276" sldId="265"/>
        </pc:sldMkLst>
      </pc:sldChg>
      <pc:sldChg chg="del">
        <pc:chgData name="pritam adhikari" userId="b110053650bdc76b" providerId="LiveId" clId="{A9572AD1-760E-45AE-AA1E-FA9C46F141F9}" dt="2024-12-29T16:31:45.366" v="80" actId="47"/>
        <pc:sldMkLst>
          <pc:docMk/>
          <pc:sldMk cId="3020995538" sldId="266"/>
        </pc:sldMkLst>
      </pc:sldChg>
      <pc:sldChg chg="addSp modSp new mod">
        <pc:chgData name="pritam adhikari" userId="b110053650bdc76b" providerId="LiveId" clId="{A9572AD1-760E-45AE-AA1E-FA9C46F141F9}" dt="2024-12-29T16:22:51.380" v="6" actId="14100"/>
        <pc:sldMkLst>
          <pc:docMk/>
          <pc:sldMk cId="4039415929" sldId="267"/>
        </pc:sldMkLst>
        <pc:picChg chg="add mod">
          <ac:chgData name="pritam adhikari" userId="b110053650bdc76b" providerId="LiveId" clId="{A9572AD1-760E-45AE-AA1E-FA9C46F141F9}" dt="2024-12-29T16:22:51.380" v="6" actId="14100"/>
          <ac:picMkLst>
            <pc:docMk/>
            <pc:sldMk cId="4039415929" sldId="267"/>
            <ac:picMk id="3" creationId="{894FEC79-F3BC-B4BD-73CE-5BB1824878BE}"/>
          </ac:picMkLst>
        </pc:picChg>
      </pc:sldChg>
      <pc:sldChg chg="addSp modSp new mod">
        <pc:chgData name="pritam adhikari" userId="b110053650bdc76b" providerId="LiveId" clId="{A9572AD1-760E-45AE-AA1E-FA9C46F141F9}" dt="2024-12-29T16:23:22.660" v="11" actId="14100"/>
        <pc:sldMkLst>
          <pc:docMk/>
          <pc:sldMk cId="3286183433" sldId="268"/>
        </pc:sldMkLst>
        <pc:picChg chg="add mod">
          <ac:chgData name="pritam adhikari" userId="b110053650bdc76b" providerId="LiveId" clId="{A9572AD1-760E-45AE-AA1E-FA9C46F141F9}" dt="2024-12-29T16:23:22.660" v="11" actId="14100"/>
          <ac:picMkLst>
            <pc:docMk/>
            <pc:sldMk cId="3286183433" sldId="268"/>
            <ac:picMk id="3" creationId="{0543887C-5042-74A3-106B-CD527D93E1AA}"/>
          </ac:picMkLst>
        </pc:picChg>
      </pc:sldChg>
      <pc:sldChg chg="addSp modSp new mod">
        <pc:chgData name="pritam adhikari" userId="b110053650bdc76b" providerId="LiveId" clId="{A9572AD1-760E-45AE-AA1E-FA9C46F141F9}" dt="2024-12-29T16:23:58.100" v="16" actId="14100"/>
        <pc:sldMkLst>
          <pc:docMk/>
          <pc:sldMk cId="2870774573" sldId="269"/>
        </pc:sldMkLst>
        <pc:picChg chg="add mod">
          <ac:chgData name="pritam adhikari" userId="b110053650bdc76b" providerId="LiveId" clId="{A9572AD1-760E-45AE-AA1E-FA9C46F141F9}" dt="2024-12-29T16:23:58.100" v="16" actId="14100"/>
          <ac:picMkLst>
            <pc:docMk/>
            <pc:sldMk cId="2870774573" sldId="269"/>
            <ac:picMk id="3" creationId="{AFE14354-C89E-280C-3639-BA0363C8A01D}"/>
          </ac:picMkLst>
        </pc:picChg>
      </pc:sldChg>
      <pc:sldChg chg="addSp modSp new mod">
        <pc:chgData name="pritam adhikari" userId="b110053650bdc76b" providerId="LiveId" clId="{A9572AD1-760E-45AE-AA1E-FA9C46F141F9}" dt="2024-12-29T16:24:21.081" v="20" actId="14100"/>
        <pc:sldMkLst>
          <pc:docMk/>
          <pc:sldMk cId="3007896952" sldId="270"/>
        </pc:sldMkLst>
        <pc:picChg chg="add mod">
          <ac:chgData name="pritam adhikari" userId="b110053650bdc76b" providerId="LiveId" clId="{A9572AD1-760E-45AE-AA1E-FA9C46F141F9}" dt="2024-12-29T16:24:21.081" v="20" actId="14100"/>
          <ac:picMkLst>
            <pc:docMk/>
            <pc:sldMk cId="3007896952" sldId="270"/>
            <ac:picMk id="3" creationId="{98A7C94F-C6E3-6C8C-5C62-F538CEB46EE0}"/>
          </ac:picMkLst>
        </pc:picChg>
      </pc:sldChg>
      <pc:sldChg chg="addSp modSp new mod">
        <pc:chgData name="pritam adhikari" userId="b110053650bdc76b" providerId="LiveId" clId="{A9572AD1-760E-45AE-AA1E-FA9C46F141F9}" dt="2024-12-29T16:24:40.577" v="24" actId="14100"/>
        <pc:sldMkLst>
          <pc:docMk/>
          <pc:sldMk cId="2551841796" sldId="271"/>
        </pc:sldMkLst>
        <pc:picChg chg="add mod">
          <ac:chgData name="pritam adhikari" userId="b110053650bdc76b" providerId="LiveId" clId="{A9572AD1-760E-45AE-AA1E-FA9C46F141F9}" dt="2024-12-29T16:24:40.577" v="24" actId="14100"/>
          <ac:picMkLst>
            <pc:docMk/>
            <pc:sldMk cId="2551841796" sldId="271"/>
            <ac:picMk id="3" creationId="{FE162C21-5FF3-A365-F2FC-77A27B07ED54}"/>
          </ac:picMkLst>
        </pc:picChg>
      </pc:sldChg>
      <pc:sldChg chg="addSp modSp new mod">
        <pc:chgData name="pritam adhikari" userId="b110053650bdc76b" providerId="LiveId" clId="{A9572AD1-760E-45AE-AA1E-FA9C46F141F9}" dt="2024-12-29T16:25:03.779" v="29" actId="1076"/>
        <pc:sldMkLst>
          <pc:docMk/>
          <pc:sldMk cId="824255598" sldId="272"/>
        </pc:sldMkLst>
        <pc:picChg chg="add mod">
          <ac:chgData name="pritam adhikari" userId="b110053650bdc76b" providerId="LiveId" clId="{A9572AD1-760E-45AE-AA1E-FA9C46F141F9}" dt="2024-12-29T16:25:03.779" v="29" actId="1076"/>
          <ac:picMkLst>
            <pc:docMk/>
            <pc:sldMk cId="824255598" sldId="272"/>
            <ac:picMk id="3" creationId="{E436A9CB-D497-29F0-B065-D904CDA1EE91}"/>
          </ac:picMkLst>
        </pc:picChg>
      </pc:sldChg>
      <pc:sldChg chg="addSp modSp new mod">
        <pc:chgData name="pritam adhikari" userId="b110053650bdc76b" providerId="LiveId" clId="{A9572AD1-760E-45AE-AA1E-FA9C46F141F9}" dt="2024-12-29T16:25:28.365" v="35" actId="14100"/>
        <pc:sldMkLst>
          <pc:docMk/>
          <pc:sldMk cId="1569408186" sldId="273"/>
        </pc:sldMkLst>
        <pc:picChg chg="add mod">
          <ac:chgData name="pritam adhikari" userId="b110053650bdc76b" providerId="LiveId" clId="{A9572AD1-760E-45AE-AA1E-FA9C46F141F9}" dt="2024-12-29T16:25:28.365" v="35" actId="14100"/>
          <ac:picMkLst>
            <pc:docMk/>
            <pc:sldMk cId="1569408186" sldId="273"/>
            <ac:picMk id="3" creationId="{565ECAE0-89E2-4BDD-DBA8-D878334580F0}"/>
          </ac:picMkLst>
        </pc:picChg>
      </pc:sldChg>
      <pc:sldChg chg="addSp modSp new mod">
        <pc:chgData name="pritam adhikari" userId="b110053650bdc76b" providerId="LiveId" clId="{A9572AD1-760E-45AE-AA1E-FA9C46F141F9}" dt="2024-12-29T16:25:47.329" v="39" actId="14100"/>
        <pc:sldMkLst>
          <pc:docMk/>
          <pc:sldMk cId="1598628782" sldId="274"/>
        </pc:sldMkLst>
        <pc:picChg chg="add mod">
          <ac:chgData name="pritam adhikari" userId="b110053650bdc76b" providerId="LiveId" clId="{A9572AD1-760E-45AE-AA1E-FA9C46F141F9}" dt="2024-12-29T16:25:47.329" v="39" actId="14100"/>
          <ac:picMkLst>
            <pc:docMk/>
            <pc:sldMk cId="1598628782" sldId="274"/>
            <ac:picMk id="3" creationId="{50BA764B-C619-4460-5024-762AA4DD6AD8}"/>
          </ac:picMkLst>
        </pc:picChg>
      </pc:sldChg>
      <pc:sldChg chg="addSp modSp new mod">
        <pc:chgData name="pritam adhikari" userId="b110053650bdc76b" providerId="LiveId" clId="{A9572AD1-760E-45AE-AA1E-FA9C46F141F9}" dt="2024-12-29T16:26:12.452" v="45" actId="14100"/>
        <pc:sldMkLst>
          <pc:docMk/>
          <pc:sldMk cId="3078839002" sldId="275"/>
        </pc:sldMkLst>
        <pc:picChg chg="add mod">
          <ac:chgData name="pritam adhikari" userId="b110053650bdc76b" providerId="LiveId" clId="{A9572AD1-760E-45AE-AA1E-FA9C46F141F9}" dt="2024-12-29T16:26:12.452" v="45" actId="14100"/>
          <ac:picMkLst>
            <pc:docMk/>
            <pc:sldMk cId="3078839002" sldId="275"/>
            <ac:picMk id="3" creationId="{ED2F0D09-7698-90DC-FE4A-93C92D9462F0}"/>
          </ac:picMkLst>
        </pc:picChg>
      </pc:sldChg>
      <pc:sldChg chg="addSp delSp modSp new mod">
        <pc:chgData name="pritam adhikari" userId="b110053650bdc76b" providerId="LiveId" clId="{A9572AD1-760E-45AE-AA1E-FA9C46F141F9}" dt="2024-12-29T16:27:31.740" v="53" actId="14100"/>
        <pc:sldMkLst>
          <pc:docMk/>
          <pc:sldMk cId="597915053" sldId="276"/>
        </pc:sldMkLst>
        <pc:picChg chg="add del mod">
          <ac:chgData name="pritam adhikari" userId="b110053650bdc76b" providerId="LiveId" clId="{A9572AD1-760E-45AE-AA1E-FA9C46F141F9}" dt="2024-12-29T16:26:41.056" v="50" actId="478"/>
          <ac:picMkLst>
            <pc:docMk/>
            <pc:sldMk cId="597915053" sldId="276"/>
            <ac:picMk id="3" creationId="{7B67B049-AC74-2D5E-00BB-69213DF5D05D}"/>
          </ac:picMkLst>
        </pc:picChg>
        <pc:picChg chg="add mod">
          <ac:chgData name="pritam adhikari" userId="b110053650bdc76b" providerId="LiveId" clId="{A9572AD1-760E-45AE-AA1E-FA9C46F141F9}" dt="2024-12-29T16:27:31.740" v="53" actId="14100"/>
          <ac:picMkLst>
            <pc:docMk/>
            <pc:sldMk cId="597915053" sldId="276"/>
            <ac:picMk id="5" creationId="{AA8FD33B-FDBE-1FC3-206B-0C0DD8A434B1}"/>
          </ac:picMkLst>
        </pc:picChg>
      </pc:sldChg>
      <pc:sldChg chg="addSp modSp new mod">
        <pc:chgData name="pritam adhikari" userId="b110053650bdc76b" providerId="LiveId" clId="{A9572AD1-760E-45AE-AA1E-FA9C46F141F9}" dt="2024-12-29T16:28:19.533" v="57" actId="14100"/>
        <pc:sldMkLst>
          <pc:docMk/>
          <pc:sldMk cId="3417071075" sldId="277"/>
        </pc:sldMkLst>
        <pc:picChg chg="add mod">
          <ac:chgData name="pritam adhikari" userId="b110053650bdc76b" providerId="LiveId" clId="{A9572AD1-760E-45AE-AA1E-FA9C46F141F9}" dt="2024-12-29T16:28:19.533" v="57" actId="14100"/>
          <ac:picMkLst>
            <pc:docMk/>
            <pc:sldMk cId="3417071075" sldId="277"/>
            <ac:picMk id="3" creationId="{6B96FEB1-52E8-2E6B-0AB3-F661A68BEE11}"/>
          </ac:picMkLst>
        </pc:picChg>
      </pc:sldChg>
      <pc:sldChg chg="addSp modSp new">
        <pc:chgData name="pritam adhikari" userId="b110053650bdc76b" providerId="LiveId" clId="{A9572AD1-760E-45AE-AA1E-FA9C46F141F9}" dt="2024-12-29T16:28:33.300" v="59"/>
        <pc:sldMkLst>
          <pc:docMk/>
          <pc:sldMk cId="3069282614" sldId="278"/>
        </pc:sldMkLst>
        <pc:picChg chg="add mod">
          <ac:chgData name="pritam adhikari" userId="b110053650bdc76b" providerId="LiveId" clId="{A9572AD1-760E-45AE-AA1E-FA9C46F141F9}" dt="2024-12-29T16:28:33.300" v="59"/>
          <ac:picMkLst>
            <pc:docMk/>
            <pc:sldMk cId="3069282614" sldId="278"/>
            <ac:picMk id="3" creationId="{5E5CF9DC-259D-D521-92FE-D8FA5A8B8671}"/>
          </ac:picMkLst>
        </pc:picChg>
      </pc:sldChg>
      <pc:sldChg chg="addSp modSp new mod">
        <pc:chgData name="pritam adhikari" userId="b110053650bdc76b" providerId="LiveId" clId="{A9572AD1-760E-45AE-AA1E-FA9C46F141F9}" dt="2024-12-29T16:29:03.837" v="65" actId="14100"/>
        <pc:sldMkLst>
          <pc:docMk/>
          <pc:sldMk cId="2452174866" sldId="279"/>
        </pc:sldMkLst>
        <pc:picChg chg="add mod">
          <ac:chgData name="pritam adhikari" userId="b110053650bdc76b" providerId="LiveId" clId="{A9572AD1-760E-45AE-AA1E-FA9C46F141F9}" dt="2024-12-29T16:29:03.837" v="65" actId="14100"/>
          <ac:picMkLst>
            <pc:docMk/>
            <pc:sldMk cId="2452174866" sldId="279"/>
            <ac:picMk id="3" creationId="{04BE6368-14B7-C51D-3E8E-4B4ADCEF0092}"/>
          </ac:picMkLst>
        </pc:picChg>
      </pc:sldChg>
      <pc:sldChg chg="addSp modSp new">
        <pc:chgData name="pritam adhikari" userId="b110053650bdc76b" providerId="LiveId" clId="{A9572AD1-760E-45AE-AA1E-FA9C46F141F9}" dt="2024-12-29T16:29:16.586" v="67"/>
        <pc:sldMkLst>
          <pc:docMk/>
          <pc:sldMk cId="4033730484" sldId="280"/>
        </pc:sldMkLst>
        <pc:picChg chg="add mod">
          <ac:chgData name="pritam adhikari" userId="b110053650bdc76b" providerId="LiveId" clId="{A9572AD1-760E-45AE-AA1E-FA9C46F141F9}" dt="2024-12-29T16:29:16.586" v="67"/>
          <ac:picMkLst>
            <pc:docMk/>
            <pc:sldMk cId="4033730484" sldId="280"/>
            <ac:picMk id="3" creationId="{61146D73-A64A-80B7-19E4-6F70CC83AECE}"/>
          </ac:picMkLst>
        </pc:picChg>
      </pc:sldChg>
      <pc:sldChg chg="addSp modSp new">
        <pc:chgData name="pritam adhikari" userId="b110053650bdc76b" providerId="LiveId" clId="{A9572AD1-760E-45AE-AA1E-FA9C46F141F9}" dt="2024-12-29T16:29:31.690" v="69"/>
        <pc:sldMkLst>
          <pc:docMk/>
          <pc:sldMk cId="2617486635" sldId="281"/>
        </pc:sldMkLst>
        <pc:picChg chg="add mod">
          <ac:chgData name="pritam adhikari" userId="b110053650bdc76b" providerId="LiveId" clId="{A9572AD1-760E-45AE-AA1E-FA9C46F141F9}" dt="2024-12-29T16:29:31.690" v="69"/>
          <ac:picMkLst>
            <pc:docMk/>
            <pc:sldMk cId="2617486635" sldId="281"/>
            <ac:picMk id="3" creationId="{DE8D1541-423D-8130-0135-F429057832DD}"/>
          </ac:picMkLst>
        </pc:picChg>
      </pc:sldChg>
      <pc:sldChg chg="addSp modSp new">
        <pc:chgData name="pritam adhikari" userId="b110053650bdc76b" providerId="LiveId" clId="{A9572AD1-760E-45AE-AA1E-FA9C46F141F9}" dt="2024-12-29T16:30:28.413" v="71"/>
        <pc:sldMkLst>
          <pc:docMk/>
          <pc:sldMk cId="1630474004" sldId="282"/>
        </pc:sldMkLst>
        <pc:picChg chg="add mod">
          <ac:chgData name="pritam adhikari" userId="b110053650bdc76b" providerId="LiveId" clId="{A9572AD1-760E-45AE-AA1E-FA9C46F141F9}" dt="2024-12-29T16:30:28.413" v="71"/>
          <ac:picMkLst>
            <pc:docMk/>
            <pc:sldMk cId="1630474004" sldId="282"/>
            <ac:picMk id="3" creationId="{395F2464-2433-5BB4-0E63-11059E28614E}"/>
          </ac:picMkLst>
        </pc:picChg>
      </pc:sldChg>
      <pc:sldChg chg="addSp delSp modSp new mod">
        <pc:chgData name="pritam adhikari" userId="b110053650bdc76b" providerId="LiveId" clId="{A9572AD1-760E-45AE-AA1E-FA9C46F141F9}" dt="2024-12-29T16:35:36.263" v="89"/>
        <pc:sldMkLst>
          <pc:docMk/>
          <pc:sldMk cId="181324861" sldId="283"/>
        </pc:sldMkLst>
        <pc:picChg chg="add del mod">
          <ac:chgData name="pritam adhikari" userId="b110053650bdc76b" providerId="LiveId" clId="{A9572AD1-760E-45AE-AA1E-FA9C46F141F9}" dt="2024-12-29T16:35:23.462" v="88" actId="478"/>
          <ac:picMkLst>
            <pc:docMk/>
            <pc:sldMk cId="181324861" sldId="283"/>
            <ac:picMk id="3" creationId="{455E71BD-8B4F-B9C1-48CE-BC8D52E559DB}"/>
          </ac:picMkLst>
        </pc:picChg>
        <pc:picChg chg="add mod">
          <ac:chgData name="pritam adhikari" userId="b110053650bdc76b" providerId="LiveId" clId="{A9572AD1-760E-45AE-AA1E-FA9C46F141F9}" dt="2024-12-29T16:35:36.263" v="89"/>
          <ac:picMkLst>
            <pc:docMk/>
            <pc:sldMk cId="181324861" sldId="283"/>
            <ac:picMk id="5" creationId="{F6E65C43-E2F2-4137-F3B2-D29F0EBDE1C1}"/>
          </ac:picMkLst>
        </pc:picChg>
      </pc:sldChg>
      <pc:sldChg chg="addSp modSp new mod">
        <pc:chgData name="pritam adhikari" userId="b110053650bdc76b" providerId="LiveId" clId="{A9572AD1-760E-45AE-AA1E-FA9C46F141F9}" dt="2024-12-29T16:43:05.650" v="261" actId="403"/>
        <pc:sldMkLst>
          <pc:docMk/>
          <pc:sldMk cId="418629148" sldId="284"/>
        </pc:sldMkLst>
        <pc:spChg chg="add mod">
          <ac:chgData name="pritam adhikari" userId="b110053650bdc76b" providerId="LiveId" clId="{A9572AD1-760E-45AE-AA1E-FA9C46F141F9}" dt="2024-12-29T16:43:05.650" v="261" actId="403"/>
          <ac:spMkLst>
            <pc:docMk/>
            <pc:sldMk cId="418629148" sldId="284"/>
            <ac:spMk id="4" creationId="{31D1417F-346D-3F5D-0C88-BCBD327459D2}"/>
          </ac:spMkLst>
        </pc:spChg>
        <pc:picChg chg="add mod">
          <ac:chgData name="pritam adhikari" userId="b110053650bdc76b" providerId="LiveId" clId="{A9572AD1-760E-45AE-AA1E-FA9C46F141F9}" dt="2024-12-29T16:42:27.663" v="210" actId="1076"/>
          <ac:picMkLst>
            <pc:docMk/>
            <pc:sldMk cId="418629148" sldId="284"/>
            <ac:picMk id="3" creationId="{D1A84A1B-44BD-F1BF-6B06-3E3ADA4232DB}"/>
          </ac:picMkLst>
        </pc:picChg>
      </pc:sldChg>
      <pc:sldChg chg="addSp modSp new mod">
        <pc:chgData name="pritam adhikari" userId="b110053650bdc76b" providerId="LiveId" clId="{A9572AD1-760E-45AE-AA1E-FA9C46F141F9}" dt="2024-12-29T16:50:20.266" v="263" actId="20577"/>
        <pc:sldMkLst>
          <pc:docMk/>
          <pc:sldMk cId="838070277" sldId="285"/>
        </pc:sldMkLst>
        <pc:spChg chg="add mod">
          <ac:chgData name="pritam adhikari" userId="b110053650bdc76b" providerId="LiveId" clId="{A9572AD1-760E-45AE-AA1E-FA9C46F141F9}" dt="2024-12-29T16:50:20.266" v="263" actId="20577"/>
          <ac:spMkLst>
            <pc:docMk/>
            <pc:sldMk cId="838070277" sldId="285"/>
            <ac:spMk id="4" creationId="{57A39FBF-47D8-B499-EF22-54616423682A}"/>
          </ac:spMkLst>
        </pc:spChg>
        <pc:picChg chg="add mod">
          <ac:chgData name="pritam adhikari" userId="b110053650bdc76b" providerId="LiveId" clId="{A9572AD1-760E-45AE-AA1E-FA9C46F141F9}" dt="2024-12-29T16:41:33.055" v="152" actId="1076"/>
          <ac:picMkLst>
            <pc:docMk/>
            <pc:sldMk cId="838070277" sldId="285"/>
            <ac:picMk id="3" creationId="{D26A1BA6-A0CA-04C3-98E4-FF1AD2B2DF81}"/>
          </ac:picMkLst>
        </pc:picChg>
      </pc:sldChg>
      <pc:sldChg chg="addSp modSp new mod">
        <pc:chgData name="pritam adhikari" userId="b110053650bdc76b" providerId="LiveId" clId="{A9572AD1-760E-45AE-AA1E-FA9C46F141F9}" dt="2024-12-29T16:41:21.586" v="151" actId="403"/>
        <pc:sldMkLst>
          <pc:docMk/>
          <pc:sldMk cId="656754926" sldId="286"/>
        </pc:sldMkLst>
        <pc:spChg chg="add mod">
          <ac:chgData name="pritam adhikari" userId="b110053650bdc76b" providerId="LiveId" clId="{A9572AD1-760E-45AE-AA1E-FA9C46F141F9}" dt="2024-12-29T16:41:21.586" v="151" actId="403"/>
          <ac:spMkLst>
            <pc:docMk/>
            <pc:sldMk cId="656754926" sldId="286"/>
            <ac:spMk id="4" creationId="{F2430D34-612C-B5FC-F82B-66A84793AFDA}"/>
          </ac:spMkLst>
        </pc:spChg>
        <pc:picChg chg="add mod">
          <ac:chgData name="pritam adhikari" userId="b110053650bdc76b" providerId="LiveId" clId="{A9572AD1-760E-45AE-AA1E-FA9C46F141F9}" dt="2024-12-29T16:31:35.545" v="79"/>
          <ac:picMkLst>
            <pc:docMk/>
            <pc:sldMk cId="656754926" sldId="286"/>
            <ac:picMk id="3" creationId="{FB8AEAF0-101B-9D81-3371-2AA771095DCA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9T14:47:16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9T14:47:16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9T14:47:16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9T14:47:17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9T14:47:17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9T14:47:23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9T14:47:24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9T14:47:35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9T14:47:36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9T14:47:39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9T14:47:41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29T14:47:41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989DE-6E9A-C71E-DFE1-67895FF8A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E30099-F374-5389-C9FF-2138181F63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4A663-7780-AE10-CB26-9CEED4C17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20C82-D97F-4D0A-9EC5-9983335CE7EA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3C3F6-8DB8-84A1-405E-B8D2C709C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60809-6DD9-5740-CE12-C84B6234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16D90-DB6A-426A-B097-E5C1B448F6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730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3EF4A-CA70-50B2-7B41-D9E72587B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EEDAE-809B-07A1-B3B3-F22D581E9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2D2F8-C4CE-CF84-30FA-7AB560AA1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20C82-D97F-4D0A-9EC5-9983335CE7EA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C93BF-0102-1FA1-2817-E2CAA4130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7C617-DDCD-06AE-7EC0-09F6A9690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16D90-DB6A-426A-B097-E5C1B448F6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293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130EC-35DA-E4FB-7C67-6E5E119A2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32B67-8F29-7DAA-30B1-72A8BCE34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8C0F5-846B-FB77-EF3E-CB7E29F61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20C82-D97F-4D0A-9EC5-9983335CE7EA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8F2EA-A7D5-36BA-9671-49192A259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2A86A-92C8-5B6A-D788-E114728A7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16D90-DB6A-426A-B097-E5C1B448F6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267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C1605-46C5-0B17-36E5-C13CCC8E4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583A2-C09F-7803-3B11-B59A2CE43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E46B-A9CE-7AC2-EBAD-A6E8C068F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A7C958-E1C6-6DCE-28B2-8FC90C9CA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20C82-D97F-4D0A-9EC5-9983335CE7EA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82E835-2C36-66E6-48EE-BA56D0967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E153B2-3B9F-0CC0-EBA6-8DE324E06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16D90-DB6A-426A-B097-E5C1B448F6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6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49EFA-ABE1-F9F9-E12F-322986054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58049-33C6-5802-428B-E3E45C758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2791BB-379A-0C6A-22D8-B4CC023C5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0FC66F-EC0C-CDDE-1F1B-FDF0C3F3BE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D518B4-5F3B-4D91-8D41-9E54AC005F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F770A9-160D-5EC4-D878-D56D0C47C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20C82-D97F-4D0A-9EC5-9983335CE7EA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61B3F9-B4AD-2D7F-4C76-2A6DDF856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8E7CD2-50CA-CD72-A2C0-A649B3218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16D90-DB6A-426A-B097-E5C1B448F6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202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EAB63-328E-1791-C9CE-6839A3DDA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513FB-4077-3006-3857-65C0A3F13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20C82-D97F-4D0A-9EC5-9983335CE7EA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AD0902-3EEE-55A9-4DEF-31C322E8C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47B9ED-4131-730B-43C5-835E8CC33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16D90-DB6A-426A-B097-E5C1B448F6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397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86594B-DF32-8AA2-3A45-CDB74DAB7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20C82-D97F-4D0A-9EC5-9983335CE7EA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37F10-A980-86F4-D1C4-062492E0A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01B18-1F93-49E9-72D0-ED60C0605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16D90-DB6A-426A-B097-E5C1B448F6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029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B731F-9ADC-D44B-8C0E-AFA887C4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14768-D278-EED9-B70E-63E218A08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C9A1B3-B12C-E118-2F52-5C0A2BAB0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C6FAC-A80F-571A-7E1B-765E25F9A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20C82-D97F-4D0A-9EC5-9983335CE7EA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D27CE-0079-5566-012D-606EC5656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3435E-CFFC-46BC-ECF3-2B749EDA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16D90-DB6A-426A-B097-E5C1B448F6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505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D16A3-2CF7-52DD-0A11-6ABC9AFA3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C7C31C-2F49-49EF-2856-7E2ED7BDE6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E971E3-FA6E-A12D-9F01-3FE15BC317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3726EC-63B8-557B-75AE-7B53917FB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20C82-D97F-4D0A-9EC5-9983335CE7EA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8301E-002F-6235-00FB-6AC7C443A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12856-CADB-A45E-0B7C-B9129D208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16D90-DB6A-426A-B097-E5C1B448F6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385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8580A-EDA5-776F-DA5B-6D30FAB20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92CEA2-6A98-E6B8-4AC3-2FE87841C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326BB-F9E1-3D09-551D-9D8C74739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20C82-D97F-4D0A-9EC5-9983335CE7EA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6D787-E823-66F6-18C8-C9E3E888D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2B8FC-F0E9-2326-4746-3722E855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16D90-DB6A-426A-B097-E5C1B448F6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858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41C4D2-0B23-3973-6111-CD3087635D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144000-9A56-3C1A-E6B4-98736C26A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95377-192B-0B14-ACB0-FB0A045D4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20C82-D97F-4D0A-9EC5-9983335CE7EA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6E934-137E-3789-0CBF-456431DC8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171D0-CEF9-E06B-029D-91F5B5AAE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16D90-DB6A-426A-B097-E5C1B448F6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9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352FF7-9EAA-B723-9015-395FED84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40A5DC-DEA3-D47B-D3C3-31D3615D6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B72B6-26CA-4016-E0A7-E7F83AB52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20C82-D97F-4D0A-9EC5-9983335CE7EA}" type="datetimeFigureOut">
              <a:rPr lang="en-IN" smtClean="0"/>
              <a:t>29-12-2024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B4724-DC01-1CE3-C3CE-BA520549DA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AAA46-3BB5-518C-7DCE-F7C2F3CB10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16D90-DB6A-426A-B097-E5C1B448F6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3441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1.png"/><Relationship Id="rId7" Type="http://schemas.openxmlformats.org/officeDocument/2006/relationships/customXml" Target="../ink/ink5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11" Type="http://schemas.openxmlformats.org/officeDocument/2006/relationships/customXml" Target="../ink/ink9.xml"/><Relationship Id="rId5" Type="http://schemas.openxmlformats.org/officeDocument/2006/relationships/customXml" Target="../ink/ink3.xml"/><Relationship Id="rId10" Type="http://schemas.openxmlformats.org/officeDocument/2006/relationships/customXml" Target="../ink/ink8.xml"/><Relationship Id="rId4" Type="http://schemas.openxmlformats.org/officeDocument/2006/relationships/customXml" Target="../ink/ink2.xml"/><Relationship Id="rId9" Type="http://schemas.openxmlformats.org/officeDocument/2006/relationships/customXml" Target="../ink/ink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12.xml"/><Relationship Id="rId4" Type="http://schemas.openxmlformats.org/officeDocument/2006/relationships/customXml" Target="../ink/ink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59A17-B9D4-C859-F485-518120801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28017"/>
            <a:ext cx="11558016" cy="1234439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(Q) Implement the Boolean function F(A,B,C)=∑(1,3,5,6) with using 4*1 multiplexer.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A5B51-D1B2-FCDC-5926-64C79674B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90472"/>
            <a:ext cx="11457432" cy="5129784"/>
          </a:xfrm>
        </p:spPr>
        <p:txBody>
          <a:bodyPr/>
          <a:lstStyle/>
          <a:p>
            <a:endParaRPr lang="en-IN" dirty="0"/>
          </a:p>
          <a:p>
            <a:r>
              <a:rPr lang="en-IN" dirty="0"/>
              <a:t>Drawing truth table according to the question.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747EA8-7019-253D-3ADE-636C13066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708242"/>
              </p:ext>
            </p:extLst>
          </p:nvPr>
        </p:nvGraphicFramePr>
        <p:xfrm>
          <a:off x="2980944" y="2715768"/>
          <a:ext cx="7178040" cy="3392420"/>
        </p:xfrm>
        <a:graphic>
          <a:graphicData uri="http://schemas.openxmlformats.org/drawingml/2006/table">
            <a:tbl>
              <a:tblPr firstRow="1" firstCol="1" bandRow="1"/>
              <a:tblGrid>
                <a:gridCol w="1435608">
                  <a:extLst>
                    <a:ext uri="{9D8B030D-6E8A-4147-A177-3AD203B41FA5}">
                      <a16:colId xmlns:a16="http://schemas.microsoft.com/office/drawing/2014/main" val="3835283775"/>
                    </a:ext>
                  </a:extLst>
                </a:gridCol>
                <a:gridCol w="1435608">
                  <a:extLst>
                    <a:ext uri="{9D8B030D-6E8A-4147-A177-3AD203B41FA5}">
                      <a16:colId xmlns:a16="http://schemas.microsoft.com/office/drawing/2014/main" val="1987900817"/>
                    </a:ext>
                  </a:extLst>
                </a:gridCol>
                <a:gridCol w="1435608">
                  <a:extLst>
                    <a:ext uri="{9D8B030D-6E8A-4147-A177-3AD203B41FA5}">
                      <a16:colId xmlns:a16="http://schemas.microsoft.com/office/drawing/2014/main" val="240695290"/>
                    </a:ext>
                  </a:extLst>
                </a:gridCol>
                <a:gridCol w="1435608">
                  <a:extLst>
                    <a:ext uri="{9D8B030D-6E8A-4147-A177-3AD203B41FA5}">
                      <a16:colId xmlns:a16="http://schemas.microsoft.com/office/drawing/2014/main" val="3622847778"/>
                    </a:ext>
                  </a:extLst>
                </a:gridCol>
                <a:gridCol w="1435608">
                  <a:extLst>
                    <a:ext uri="{9D8B030D-6E8A-4147-A177-3AD203B41FA5}">
                      <a16:colId xmlns:a16="http://schemas.microsoft.com/office/drawing/2014/main" val="3785079027"/>
                    </a:ext>
                  </a:extLst>
                </a:gridCol>
              </a:tblGrid>
              <a:tr h="363526"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INPUTS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OUTPUTS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323984"/>
                  </a:ext>
                </a:extLst>
              </a:tr>
              <a:tr h="36352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MINTERM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A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B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C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800" b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Y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440706"/>
                  </a:ext>
                </a:extLst>
              </a:tr>
              <a:tr h="3331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40370"/>
                  </a:ext>
                </a:extLst>
              </a:tr>
              <a:tr h="3331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692926"/>
                  </a:ext>
                </a:extLst>
              </a:tr>
              <a:tr h="3331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2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225892"/>
                  </a:ext>
                </a:extLst>
              </a:tr>
              <a:tr h="3331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3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048924"/>
                  </a:ext>
                </a:extLst>
              </a:tr>
              <a:tr h="3331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4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964173"/>
                  </a:ext>
                </a:extLst>
              </a:tr>
              <a:tr h="3331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5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655092"/>
                  </a:ext>
                </a:extLst>
              </a:tr>
              <a:tr h="3331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6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50845"/>
                  </a:ext>
                </a:extLst>
              </a:tr>
              <a:tr h="3331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7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1400" b="1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400" b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1400" b="1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533110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C00A2393-4985-A63C-17BD-03797F86AB47}"/>
              </a:ext>
            </a:extLst>
          </p:cNvPr>
          <p:cNvGrpSpPr/>
          <p:nvPr/>
        </p:nvGrpSpPr>
        <p:grpSpPr>
          <a:xfrm>
            <a:off x="2916648" y="603504"/>
            <a:ext cx="9720" cy="360"/>
            <a:chOff x="2916648" y="603504"/>
            <a:chExt cx="972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A995B41-64AB-8A89-9231-9F0DAEAF8118}"/>
                    </a:ext>
                  </a:extLst>
                </p14:cNvPr>
                <p14:cNvContentPartPr/>
                <p14:nvPr/>
              </p14:nvContentPartPr>
              <p14:xfrm>
                <a:off x="2916648" y="603504"/>
                <a:ext cx="180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A995B41-64AB-8A89-9231-9F0DAEAF811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08008" y="594504"/>
                  <a:ext cx="19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61B4D1D-A92E-0C1E-4A05-9445DED1EB94}"/>
                    </a:ext>
                  </a:extLst>
                </p14:cNvPr>
                <p14:cNvContentPartPr/>
                <p14:nvPr/>
              </p14:nvContentPartPr>
              <p14:xfrm>
                <a:off x="2926008" y="603504"/>
                <a:ext cx="36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61B4D1D-A92E-0C1E-4A05-9445DED1EB9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17008" y="59450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76431BB-6F42-12F2-4943-A12BDCBCF13D}"/>
              </a:ext>
            </a:extLst>
          </p:cNvPr>
          <p:cNvGrpSpPr/>
          <p:nvPr/>
        </p:nvGrpSpPr>
        <p:grpSpPr>
          <a:xfrm>
            <a:off x="2926008" y="713304"/>
            <a:ext cx="360" cy="360"/>
            <a:chOff x="2926008" y="713304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CA7BC69-4771-D4CE-4DF9-2399824267E2}"/>
                    </a:ext>
                  </a:extLst>
                </p14:cNvPr>
                <p14:cNvContentPartPr/>
                <p14:nvPr/>
              </p14:nvContentPartPr>
              <p14:xfrm>
                <a:off x="2926008" y="713304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CA7BC69-4771-D4CE-4DF9-2399824267E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17008" y="70430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F9E69A7-3813-B478-ACAF-836AF9918C62}"/>
                    </a:ext>
                  </a:extLst>
                </p14:cNvPr>
                <p14:cNvContentPartPr/>
                <p14:nvPr/>
              </p14:nvContentPartPr>
              <p14:xfrm>
                <a:off x="2926008" y="713304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F9E69A7-3813-B478-ACAF-836AF9918C6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17008" y="70430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FCF6614-3FF1-1AA7-1C48-A0902FF22B32}"/>
                    </a:ext>
                  </a:extLst>
                </p14:cNvPr>
                <p14:cNvContentPartPr/>
                <p14:nvPr/>
              </p14:nvContentPartPr>
              <p14:xfrm>
                <a:off x="2926008" y="713304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FCF6614-3FF1-1AA7-1C48-A0902FF22B3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17008" y="70430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370683B-5800-D818-6A04-229C06453517}"/>
              </a:ext>
            </a:extLst>
          </p:cNvPr>
          <p:cNvGrpSpPr/>
          <p:nvPr/>
        </p:nvGrpSpPr>
        <p:grpSpPr>
          <a:xfrm>
            <a:off x="3977208" y="969048"/>
            <a:ext cx="360" cy="360"/>
            <a:chOff x="3977208" y="969048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9150D2A-58B7-E3A1-872A-592B9CE1C868}"/>
                    </a:ext>
                  </a:extLst>
                </p14:cNvPr>
                <p14:cNvContentPartPr/>
                <p14:nvPr/>
              </p14:nvContentPartPr>
              <p14:xfrm>
                <a:off x="3977208" y="969048"/>
                <a:ext cx="36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9150D2A-58B7-E3A1-872A-592B9CE1C86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68568" y="9600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013885F-21B9-C1E4-6B23-EF876F34913B}"/>
                    </a:ext>
                  </a:extLst>
                </p14:cNvPr>
                <p14:cNvContentPartPr/>
                <p14:nvPr/>
              </p14:nvContentPartPr>
              <p14:xfrm>
                <a:off x="3977208" y="969048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013885F-21B9-C1E4-6B23-EF876F34913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68568" y="9600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E699E64-4190-908B-382B-70C65F27ED9B}"/>
              </a:ext>
            </a:extLst>
          </p:cNvPr>
          <p:cNvGrpSpPr/>
          <p:nvPr/>
        </p:nvGrpSpPr>
        <p:grpSpPr>
          <a:xfrm>
            <a:off x="2423088" y="676368"/>
            <a:ext cx="360" cy="9720"/>
            <a:chOff x="2423088" y="676368"/>
            <a:chExt cx="360" cy="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8E8CC82-EBD3-71AF-69FF-DD3C760A693A}"/>
                    </a:ext>
                  </a:extLst>
                </p14:cNvPr>
                <p14:cNvContentPartPr/>
                <p14:nvPr/>
              </p14:nvContentPartPr>
              <p14:xfrm>
                <a:off x="2423088" y="685728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8E8CC82-EBD3-71AF-69FF-DD3C760A693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14448" y="6770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4BCFF39-C024-95B9-6645-C5E975EB8D16}"/>
                    </a:ext>
                  </a:extLst>
                </p14:cNvPr>
                <p14:cNvContentPartPr/>
                <p14:nvPr/>
              </p14:nvContentPartPr>
              <p14:xfrm>
                <a:off x="2423088" y="676368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4BCFF39-C024-95B9-6645-C5E975EB8D1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14448" y="6677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78704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59A17-B9D4-C859-F485-518120801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28017"/>
            <a:ext cx="11558016" cy="123443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A5B51-D1B2-FCDC-5926-64C79674B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90472"/>
            <a:ext cx="11457432" cy="5129784"/>
          </a:xfrm>
        </p:spPr>
        <p:txBody>
          <a:bodyPr/>
          <a:lstStyle/>
          <a:p>
            <a:r>
              <a:rPr lang="en-IN" dirty="0"/>
              <a:t>Implementation table for 4*1 MUX.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AA0FDB-2244-6C67-1967-4E87DA44B9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582532"/>
              </p:ext>
            </p:extLst>
          </p:nvPr>
        </p:nvGraphicFramePr>
        <p:xfrm>
          <a:off x="2002536" y="2103120"/>
          <a:ext cx="7525512" cy="3995926"/>
        </p:xfrm>
        <a:graphic>
          <a:graphicData uri="http://schemas.openxmlformats.org/drawingml/2006/table">
            <a:tbl>
              <a:tblPr firstRow="1" firstCol="1" bandRow="1"/>
              <a:tblGrid>
                <a:gridCol w="1504868">
                  <a:extLst>
                    <a:ext uri="{9D8B030D-6E8A-4147-A177-3AD203B41FA5}">
                      <a16:colId xmlns:a16="http://schemas.microsoft.com/office/drawing/2014/main" val="2367399697"/>
                    </a:ext>
                  </a:extLst>
                </a:gridCol>
                <a:gridCol w="1504868">
                  <a:extLst>
                    <a:ext uri="{9D8B030D-6E8A-4147-A177-3AD203B41FA5}">
                      <a16:colId xmlns:a16="http://schemas.microsoft.com/office/drawing/2014/main" val="32863229"/>
                    </a:ext>
                  </a:extLst>
                </a:gridCol>
                <a:gridCol w="1506040">
                  <a:extLst>
                    <a:ext uri="{9D8B030D-6E8A-4147-A177-3AD203B41FA5}">
                      <a16:colId xmlns:a16="http://schemas.microsoft.com/office/drawing/2014/main" val="2629502134"/>
                    </a:ext>
                  </a:extLst>
                </a:gridCol>
                <a:gridCol w="1504868">
                  <a:extLst>
                    <a:ext uri="{9D8B030D-6E8A-4147-A177-3AD203B41FA5}">
                      <a16:colId xmlns:a16="http://schemas.microsoft.com/office/drawing/2014/main" val="4161276177"/>
                    </a:ext>
                  </a:extLst>
                </a:gridCol>
                <a:gridCol w="1504868">
                  <a:extLst>
                    <a:ext uri="{9D8B030D-6E8A-4147-A177-3AD203B41FA5}">
                      <a16:colId xmlns:a16="http://schemas.microsoft.com/office/drawing/2014/main" val="1017291977"/>
                    </a:ext>
                  </a:extLst>
                </a:gridCol>
              </a:tblGrid>
              <a:tr h="47959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b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A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B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C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b="1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Y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400" b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Data IN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908213"/>
                  </a:ext>
                </a:extLst>
              </a:tr>
              <a:tr h="43954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4000" b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C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462423"/>
                  </a:ext>
                </a:extLst>
              </a:tr>
              <a:tr h="43954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D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325957"/>
                  </a:ext>
                </a:extLst>
              </a:tr>
              <a:tr h="43954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4000" b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C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010281"/>
                  </a:ext>
                </a:extLst>
              </a:tr>
              <a:tr h="43954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170036"/>
                  </a:ext>
                </a:extLst>
              </a:tr>
              <a:tr h="43954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F2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F2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F2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F2C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4000" b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C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F2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640143"/>
                  </a:ext>
                </a:extLst>
              </a:tr>
              <a:tr h="43954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F2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F2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F2C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F2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639176"/>
                  </a:ext>
                </a:extLst>
              </a:tr>
              <a:tr h="43954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4000" b="1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C’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351533"/>
                  </a:ext>
                </a:extLst>
              </a:tr>
              <a:tr h="43954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Mangal" panose="02040503050203030202" pitchFamily="18" charset="0"/>
                        </a:rPr>
                        <a:t>0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5801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1346F14-426D-D177-7AE7-A838AF1F2308}"/>
                  </a:ext>
                </a:extLst>
              </p14:cNvPr>
              <p14:cNvContentPartPr/>
              <p14:nvPr/>
            </p14:nvContentPartPr>
            <p14:xfrm>
              <a:off x="2670048" y="1106208"/>
              <a:ext cx="180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1346F14-426D-D177-7AE7-A838AF1F230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61048" y="1097568"/>
                <a:ext cx="1944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36A9AB1C-4D60-CB1A-5856-03E061CED89D}"/>
              </a:ext>
            </a:extLst>
          </p:cNvPr>
          <p:cNvGrpSpPr/>
          <p:nvPr/>
        </p:nvGrpSpPr>
        <p:grpSpPr>
          <a:xfrm>
            <a:off x="4489488" y="694728"/>
            <a:ext cx="360" cy="360"/>
            <a:chOff x="4489488" y="694728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2F9C1E3-9FDD-1D96-47DB-45AE7DAF9861}"/>
                    </a:ext>
                  </a:extLst>
                </p14:cNvPr>
                <p14:cNvContentPartPr/>
                <p14:nvPr/>
              </p14:nvContentPartPr>
              <p14:xfrm>
                <a:off x="4489488" y="694728"/>
                <a:ext cx="36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2F9C1E3-9FDD-1D96-47DB-45AE7DAF986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80848" y="6857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A9BF8E0-68D8-28E3-8708-0C811BBB2DAB}"/>
                    </a:ext>
                  </a:extLst>
                </p14:cNvPr>
                <p14:cNvContentPartPr/>
                <p14:nvPr/>
              </p14:nvContentPartPr>
              <p14:xfrm>
                <a:off x="4489488" y="694728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A9BF8E0-68D8-28E3-8708-0C811BBB2DA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80848" y="6857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7393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4FEC79-F3BC-B4BD-73CE-5BB182487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93" y="466344"/>
            <a:ext cx="11119132" cy="566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15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43887C-5042-74A3-106B-CD527D93E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06" y="246888"/>
            <a:ext cx="11040391" cy="603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183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E14354-C89E-280C-3639-BA0363C8A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006" y="265176"/>
            <a:ext cx="10941789" cy="613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774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A7C94F-C6E3-6C8C-5C62-F538CEB46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627" y="420624"/>
            <a:ext cx="7217029" cy="621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896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162C21-5FF3-A365-F2FC-77A27B07ED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03" y="822960"/>
            <a:ext cx="11034347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841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36A9CB-D497-29F0-B065-D904CDA1E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573" y="416052"/>
            <a:ext cx="10217823" cy="602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255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5ECAE0-89E2-4BDD-DBA8-D87833458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051" y="246888"/>
            <a:ext cx="11000556" cy="620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408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BA764B-C619-4460-5024-762AA4DD6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552" y="264138"/>
            <a:ext cx="10126663" cy="6273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628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2F0D09-7698-90DC-FE4A-93C92D946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98" y="310896"/>
            <a:ext cx="11124256" cy="616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839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8FD33B-FDBE-1FC3-206B-0C0DD8A43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881"/>
            <a:ext cx="12192000" cy="643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915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96FEB1-52E8-2E6B-0AB3-F661A68BE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" y="201168"/>
            <a:ext cx="12184175" cy="646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0710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5CF9DC-259D-D521-92FE-D8FA5A8B8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81" y="247206"/>
            <a:ext cx="11917438" cy="636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826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BE6368-14B7-C51D-3E8E-4B4ADCEF0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256" y="351713"/>
            <a:ext cx="8467344" cy="638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174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146D73-A64A-80B7-19E4-6F70CC83A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65" y="575864"/>
            <a:ext cx="11965070" cy="57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730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8D1541-423D-8130-0135-F429057832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60" y="251969"/>
            <a:ext cx="10774279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486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5F2464-2433-5BB4-0E63-11059E286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254" y="0"/>
            <a:ext cx="84794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474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E65C43-E2F2-4137-F3B2-D29F0EBDE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33" y="0"/>
            <a:ext cx="116053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24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A84A1B-44BD-F1BF-6B06-3E3ADA423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0329"/>
            <a:ext cx="12192000" cy="59688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D1417F-346D-3F5D-0C88-BCBD327459D2}"/>
              </a:ext>
            </a:extLst>
          </p:cNvPr>
          <p:cNvSpPr txBox="1"/>
          <p:nvPr/>
        </p:nvSpPr>
        <p:spPr>
          <a:xfrm>
            <a:off x="374904" y="182880"/>
            <a:ext cx="8083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Q) Implement full adder circuit using Decoder</a:t>
            </a:r>
          </a:p>
        </p:txBody>
      </p:sp>
    </p:spTree>
    <p:extLst>
      <p:ext uri="{BB962C8B-B14F-4D97-AF65-F5344CB8AC3E}">
        <p14:creationId xmlns:p14="http://schemas.microsoft.com/office/powerpoint/2010/main" val="418629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6A1BA6-A0CA-04C3-98E4-FF1AD2B2D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8579"/>
            <a:ext cx="12192000" cy="60563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A39FBF-47D8-B499-EF22-54616423682A}"/>
              </a:ext>
            </a:extLst>
          </p:cNvPr>
          <p:cNvSpPr txBox="1"/>
          <p:nvPr/>
        </p:nvSpPr>
        <p:spPr>
          <a:xfrm>
            <a:off x="182880" y="100584"/>
            <a:ext cx="10341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Q) </a:t>
            </a:r>
            <a:r>
              <a:rPr lang="en-IN" sz="2400" b="1"/>
              <a:t>Implement 3 </a:t>
            </a:r>
            <a:r>
              <a:rPr lang="en-IN" sz="2400" b="1" dirty="0"/>
              <a:t>bit even parity checker using decoder</a:t>
            </a:r>
          </a:p>
        </p:txBody>
      </p:sp>
    </p:spTree>
    <p:extLst>
      <p:ext uri="{BB962C8B-B14F-4D97-AF65-F5344CB8AC3E}">
        <p14:creationId xmlns:p14="http://schemas.microsoft.com/office/powerpoint/2010/main" val="8380702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8AEAF0-101B-9D81-3371-2AA771095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0415"/>
            <a:ext cx="12192000" cy="52971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430D34-612C-B5FC-F82B-66A84793AFDA}"/>
              </a:ext>
            </a:extLst>
          </p:cNvPr>
          <p:cNvSpPr txBox="1"/>
          <p:nvPr/>
        </p:nvSpPr>
        <p:spPr>
          <a:xfrm>
            <a:off x="886968" y="192024"/>
            <a:ext cx="8878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Q) Implement F=(0,1,2,5,6,7) using decoder</a:t>
            </a:r>
          </a:p>
        </p:txBody>
      </p:sp>
    </p:spTree>
    <p:extLst>
      <p:ext uri="{BB962C8B-B14F-4D97-AF65-F5344CB8AC3E}">
        <p14:creationId xmlns:p14="http://schemas.microsoft.com/office/powerpoint/2010/main" val="656754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155</Words>
  <Application>Microsoft Office PowerPoint</Application>
  <PresentationFormat>Widescreen</PresentationFormat>
  <Paragraphs>95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(Q) Implement the Boolean function F(A,B,C)=∑(1,3,5,6) with using 4*1 multiplexer.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pritam adhikari</dc:creator>
  <cp:lastModifiedBy>pritam adhikari</cp:lastModifiedBy>
  <cp:revision>4</cp:revision>
  <dcterms:created xsi:type="dcterms:W3CDTF">2024-12-29T14:26:03Z</dcterms:created>
  <dcterms:modified xsi:type="dcterms:W3CDTF">2024-12-29T16:50:21Z</dcterms:modified>
</cp:coreProperties>
</file>