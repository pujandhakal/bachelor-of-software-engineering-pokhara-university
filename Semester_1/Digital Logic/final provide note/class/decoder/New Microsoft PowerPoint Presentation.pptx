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1" r:id="rId3"/>
    <p:sldId id="272" r:id="rId4"/>
    <p:sldId id="269" r:id="rId5"/>
    <p:sldId id="268" r:id="rId6"/>
    <p:sldId id="266" r:id="rId7"/>
    <p:sldId id="267"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4F07B-FE90-4960-B5A9-FDA10D7C59A0}"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143403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D4F07B-FE90-4960-B5A9-FDA10D7C59A0}"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883505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D4F07B-FE90-4960-B5A9-FDA10D7C59A0}"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1538572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D4F07B-FE90-4960-B5A9-FDA10D7C59A0}" type="datetimeFigureOut">
              <a:rPr lang="en-US" smtClean="0"/>
              <a:t>12/29/2024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3545249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D4F07B-FE90-4960-B5A9-FDA10D7C59A0}" type="datetimeFigureOut">
              <a:rPr lang="en-US" smtClean="0"/>
              <a:t>12/29/2024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4233345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5D4F07B-FE90-4960-B5A9-FDA10D7C59A0}" type="datetimeFigureOut">
              <a:rPr lang="en-US" smtClean="0"/>
              <a:t>12/29/2024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382083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D4F07B-FE90-4960-B5A9-FDA10D7C59A0}" type="datetimeFigureOut">
              <a:rPr lang="en-US" smtClean="0"/>
              <a:t>12/29/2024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1946705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D4F07B-FE90-4960-B5A9-FDA10D7C59A0}" type="datetimeFigureOut">
              <a:rPr lang="en-US" smtClean="0"/>
              <a:t>12/29/2024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3021198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D4F07B-FE90-4960-B5A9-FDA10D7C59A0}" type="datetimeFigureOut">
              <a:rPr lang="en-US" smtClean="0"/>
              <a:t>12/29/2024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29436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D4F07B-FE90-4960-B5A9-FDA10D7C59A0}"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4135202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D4F07B-FE90-4960-B5A9-FDA10D7C59A0}" type="datetimeFigureOut">
              <a:rPr lang="en-US" smtClean="0"/>
              <a:t>12/29/2024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C156E-65A8-4425-AE9A-D9C38AED9577}" type="slidenum">
              <a:rPr lang="en-US" smtClean="0"/>
              <a:t>‹#›</a:t>
            </a:fld>
            <a:endParaRPr lang="en-US"/>
          </a:p>
        </p:txBody>
      </p:sp>
    </p:spTree>
    <p:extLst>
      <p:ext uri="{BB962C8B-B14F-4D97-AF65-F5344CB8AC3E}">
        <p14:creationId xmlns:p14="http://schemas.microsoft.com/office/powerpoint/2010/main" val="13107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D4F07B-FE90-4960-B5A9-FDA10D7C59A0}" type="datetimeFigureOut">
              <a:rPr lang="en-US" smtClean="0"/>
              <a:t>12/29/2024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0C156E-65A8-4425-AE9A-D9C38AED9577}" type="slidenum">
              <a:rPr lang="en-US" smtClean="0"/>
              <a:t>‹#›</a:t>
            </a:fld>
            <a:endParaRPr lang="en-US"/>
          </a:p>
        </p:txBody>
      </p:sp>
    </p:spTree>
    <p:extLst>
      <p:ext uri="{BB962C8B-B14F-4D97-AF65-F5344CB8AC3E}">
        <p14:creationId xmlns:p14="http://schemas.microsoft.com/office/powerpoint/2010/main" val="1625793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879" y="191069"/>
            <a:ext cx="10794242" cy="1023582"/>
          </a:xfrm>
        </p:spPr>
        <p:txBody>
          <a:bodyPr>
            <a:normAutofit/>
          </a:bodyPr>
          <a:lstStyle/>
          <a:p>
            <a:pPr algn="ctr"/>
            <a:r>
              <a:rPr lang="en-US" sz="4800" b="1" dirty="0"/>
              <a:t>Encoder</a:t>
            </a:r>
          </a:p>
        </p:txBody>
      </p:sp>
      <p:sp>
        <p:nvSpPr>
          <p:cNvPr id="3" name="Content Placeholder 2"/>
          <p:cNvSpPr>
            <a:spLocks noGrp="1"/>
          </p:cNvSpPr>
          <p:nvPr>
            <p:ph idx="1"/>
          </p:nvPr>
        </p:nvSpPr>
        <p:spPr>
          <a:xfrm>
            <a:off x="698879" y="1501254"/>
            <a:ext cx="11024548" cy="5022376"/>
          </a:xfrm>
        </p:spPr>
        <p:txBody>
          <a:bodyPr>
            <a:normAutofit fontScale="92500" lnSpcReduction="10000"/>
          </a:bodyPr>
          <a:lstStyle/>
          <a:p>
            <a:pPr algn="just"/>
            <a:r>
              <a:rPr lang="en-US" sz="3200" dirty="0"/>
              <a:t>An encoder is a combinational circuit that converts binary information in the form of a 2</a:t>
            </a:r>
            <a:r>
              <a:rPr lang="en-US" sz="3200" baseline="30000" dirty="0"/>
              <a:t>N </a:t>
            </a:r>
            <a:r>
              <a:rPr lang="en-US" sz="3200" dirty="0"/>
              <a:t>input lines into N output lines, which represent N bit code for the input. For simple encoders, it is assumed that only one input line is active at a time. As an example, let’s consider </a:t>
            </a:r>
            <a:r>
              <a:rPr lang="en-US" sz="3200" b="1" dirty="0"/>
              <a:t>Octal to Binary </a:t>
            </a:r>
            <a:r>
              <a:rPr lang="en-US" sz="3200" dirty="0"/>
              <a:t>encoder. As shown in the following figure, an octal-to-binary encoder takes 8 input lines and generates 3 output lines.</a:t>
            </a:r>
          </a:p>
          <a:p>
            <a:pPr algn="just"/>
            <a:r>
              <a:rPr lang="en-US" sz="3200" dirty="0"/>
              <a:t>Encoders are devices that receive a signal or data and translate it into code. This allows the original message to be sent to a specific destination and only be understood by the intended recipient. In other words, encoders make sure that communication is secure and confidential. Without them, businesses and governments would not be able to function properly.</a:t>
            </a:r>
          </a:p>
        </p:txBody>
      </p:sp>
    </p:spTree>
    <p:extLst>
      <p:ext uri="{BB962C8B-B14F-4D97-AF65-F5344CB8AC3E}">
        <p14:creationId xmlns:p14="http://schemas.microsoft.com/office/powerpoint/2010/main" val="3674444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2135" y="1091821"/>
            <a:ext cx="7261837" cy="4244454"/>
          </a:xfrm>
          <a:prstGeom prst="rect">
            <a:avLst/>
          </a:prstGeom>
        </p:spPr>
      </p:pic>
    </p:spTree>
    <p:extLst>
      <p:ext uri="{BB962C8B-B14F-4D97-AF65-F5344CB8AC3E}">
        <p14:creationId xmlns:p14="http://schemas.microsoft.com/office/powerpoint/2010/main" val="720314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6406" y="353706"/>
            <a:ext cx="5379295" cy="5951560"/>
          </a:xfrm>
          <a:prstGeom prst="rect">
            <a:avLst/>
          </a:prstGeom>
        </p:spPr>
      </p:pic>
    </p:spTree>
    <p:extLst>
      <p:ext uri="{BB962C8B-B14F-4D97-AF65-F5344CB8AC3E}">
        <p14:creationId xmlns:p14="http://schemas.microsoft.com/office/powerpoint/2010/main" val="522990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879" y="191069"/>
            <a:ext cx="10794242" cy="1023582"/>
          </a:xfrm>
        </p:spPr>
        <p:txBody>
          <a:bodyPr/>
          <a:lstStyle/>
          <a:p>
            <a:endParaRPr lang="en-US" dirty="0"/>
          </a:p>
        </p:txBody>
      </p:sp>
      <p:sp>
        <p:nvSpPr>
          <p:cNvPr id="3" name="Content Placeholder 2"/>
          <p:cNvSpPr>
            <a:spLocks noGrp="1"/>
          </p:cNvSpPr>
          <p:nvPr>
            <p:ph idx="1"/>
          </p:nvPr>
        </p:nvSpPr>
        <p:spPr>
          <a:xfrm>
            <a:off x="698879" y="1501254"/>
            <a:ext cx="11024548" cy="5022376"/>
          </a:xfrm>
        </p:spPr>
        <p:txBody>
          <a:bodyPr/>
          <a:lstStyle/>
          <a:p>
            <a:pPr algn="just"/>
            <a:r>
              <a:rPr lang="en-US" dirty="0"/>
              <a:t>From the truth table, the output line Z is active when the input octal digit is 1, 3, 5 or 7. Similarly, Y is 1 when input octal digit is 2, 3, 6 or 7 and X is 1 for input octal digits 4, 5, 6 or 7. Hence, the Boolean functions would be:</a:t>
            </a:r>
          </a:p>
          <a:p>
            <a:pPr algn="just"/>
            <a:endParaRPr lang="en-US" dirty="0"/>
          </a:p>
          <a:p>
            <a:pPr algn="just"/>
            <a:r>
              <a:rPr lang="en-US" dirty="0"/>
              <a:t>X = D4 + D5 + D6 + D7</a:t>
            </a:r>
          </a:p>
          <a:p>
            <a:pPr algn="just"/>
            <a:r>
              <a:rPr lang="en-US" dirty="0"/>
              <a:t>Y = D2 +D3 + D6 + D7</a:t>
            </a:r>
          </a:p>
          <a:p>
            <a:pPr algn="just"/>
            <a:r>
              <a:rPr lang="en-US" dirty="0"/>
              <a:t>Z = D1 + D3 + D5 + D7 </a:t>
            </a:r>
          </a:p>
          <a:p>
            <a:pPr algn="just"/>
            <a:r>
              <a:rPr lang="en-US" dirty="0"/>
              <a:t>Hence, the encoder can be realized with OR gates as follows:</a:t>
            </a:r>
          </a:p>
        </p:txBody>
      </p:sp>
    </p:spTree>
    <p:extLst>
      <p:ext uri="{BB962C8B-B14F-4D97-AF65-F5344CB8AC3E}">
        <p14:creationId xmlns:p14="http://schemas.microsoft.com/office/powerpoint/2010/main" val="1762877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879" y="191069"/>
            <a:ext cx="10794242" cy="1023582"/>
          </a:xfrm>
        </p:spPr>
        <p:txBody>
          <a:bodyPr>
            <a:normAutofit/>
          </a:bodyPr>
          <a:lstStyle/>
          <a:p>
            <a:pPr algn="ctr"/>
            <a:r>
              <a:rPr lang="en-US" sz="4800" b="1" dirty="0"/>
              <a:t>Decoder</a:t>
            </a:r>
          </a:p>
        </p:txBody>
      </p:sp>
      <p:sp>
        <p:nvSpPr>
          <p:cNvPr id="3" name="Content Placeholder 2"/>
          <p:cNvSpPr>
            <a:spLocks noGrp="1"/>
          </p:cNvSpPr>
          <p:nvPr>
            <p:ph idx="1"/>
          </p:nvPr>
        </p:nvSpPr>
        <p:spPr>
          <a:xfrm>
            <a:off x="698879" y="1501254"/>
            <a:ext cx="11024548" cy="5022376"/>
          </a:xfrm>
        </p:spPr>
        <p:txBody>
          <a:bodyPr/>
          <a:lstStyle/>
          <a:p>
            <a:pPr fontAlgn="base"/>
            <a:r>
              <a:rPr lang="en-US" dirty="0"/>
              <a:t>A decoder does the opposite job of an encoder. It is a combinational circuit that converts n lines of input into 2 power n.</a:t>
            </a:r>
          </a:p>
          <a:p>
            <a:pPr marL="0" indent="0" fontAlgn="base">
              <a:buNone/>
            </a:pPr>
            <a:endParaRPr lang="en-US" dirty="0"/>
          </a:p>
          <a:p>
            <a:pPr fontAlgn="base"/>
            <a:r>
              <a:rPr lang="en-US" dirty="0"/>
              <a:t> Let’s take an example of 3-to-8 line decoder.</a:t>
            </a:r>
          </a:p>
          <a:p>
            <a:r>
              <a:rPr lang="en-US" dirty="0"/>
              <a:t>Decoders are devices that take an input, such as a digital signal, and convert it into an output that can be understood by humans. This process is known as decoding. The output of a decoder can be in the form of audio, video, or text.</a:t>
            </a:r>
          </a:p>
        </p:txBody>
      </p:sp>
    </p:spTree>
    <p:extLst>
      <p:ext uri="{BB962C8B-B14F-4D97-AF65-F5344CB8AC3E}">
        <p14:creationId xmlns:p14="http://schemas.microsoft.com/office/powerpoint/2010/main" val="1078306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879" y="191069"/>
            <a:ext cx="10794242" cy="1023582"/>
          </a:xfrm>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1816" y="702860"/>
            <a:ext cx="5365116" cy="5638847"/>
          </a:xfrm>
          <a:prstGeom prst="rect">
            <a:avLst/>
          </a:prstGeom>
        </p:spPr>
      </p:pic>
    </p:spTree>
    <p:extLst>
      <p:ext uri="{BB962C8B-B14F-4D97-AF65-F5344CB8AC3E}">
        <p14:creationId xmlns:p14="http://schemas.microsoft.com/office/powerpoint/2010/main" val="164571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879" y="191069"/>
            <a:ext cx="10794242" cy="1023582"/>
          </a:xfrm>
        </p:spPr>
        <p:txBody>
          <a:bodyPr>
            <a:normAutofit fontScale="90000"/>
          </a:bodyPr>
          <a:lstStyle/>
          <a:p>
            <a:pPr algn="ctr"/>
            <a:r>
              <a:rPr lang="es-ES" b="1" dirty="0" err="1"/>
              <a:t>Implementation</a:t>
            </a:r>
            <a:r>
              <a:rPr lang="es-ES" b="1" dirty="0"/>
              <a:t> </a:t>
            </a:r>
            <a:br>
              <a:rPr lang="es-ES" dirty="0"/>
            </a:br>
            <a:endParaRPr lang="en-US" dirty="0"/>
          </a:p>
        </p:txBody>
      </p:sp>
      <p:sp>
        <p:nvSpPr>
          <p:cNvPr id="3" name="Content Placeholder 2"/>
          <p:cNvSpPr>
            <a:spLocks noGrp="1"/>
          </p:cNvSpPr>
          <p:nvPr>
            <p:ph idx="1"/>
          </p:nvPr>
        </p:nvSpPr>
        <p:spPr>
          <a:xfrm>
            <a:off x="698879" y="1501254"/>
            <a:ext cx="11024548" cy="5022376"/>
          </a:xfrm>
        </p:spPr>
        <p:txBody>
          <a:bodyPr>
            <a:normAutofit fontScale="85000" lnSpcReduction="20000"/>
          </a:bodyPr>
          <a:lstStyle/>
          <a:p>
            <a:endParaRPr lang="es-ES" dirty="0"/>
          </a:p>
          <a:p>
            <a:r>
              <a:rPr lang="es-ES" dirty="0"/>
              <a:t>D0 </a:t>
            </a:r>
            <a:r>
              <a:rPr lang="es-ES" dirty="0" err="1"/>
              <a:t>is</a:t>
            </a:r>
            <a:r>
              <a:rPr lang="es-ES" dirty="0"/>
              <a:t> </a:t>
            </a:r>
            <a:r>
              <a:rPr lang="es-ES" dirty="0" err="1"/>
              <a:t>high</a:t>
            </a:r>
            <a:r>
              <a:rPr lang="es-ES" dirty="0"/>
              <a:t> </a:t>
            </a:r>
            <a:r>
              <a:rPr lang="es-ES" dirty="0" err="1"/>
              <a:t>when</a:t>
            </a:r>
            <a:r>
              <a:rPr lang="es-ES" dirty="0"/>
              <a:t> X = 0, Y = 0 and Z = 0. </a:t>
            </a:r>
            <a:r>
              <a:rPr lang="es-ES" dirty="0" err="1"/>
              <a:t>Hence</a:t>
            </a:r>
            <a:r>
              <a:rPr lang="es-ES" dirty="0"/>
              <a:t>,</a:t>
            </a:r>
          </a:p>
          <a:p>
            <a:endParaRPr lang="es-ES" dirty="0"/>
          </a:p>
          <a:p>
            <a:r>
              <a:rPr lang="es-ES" dirty="0"/>
              <a:t>D0 = X’ Y’ Z’ </a:t>
            </a:r>
          </a:p>
          <a:p>
            <a:r>
              <a:rPr lang="es-ES" dirty="0" err="1"/>
              <a:t>Similarly</a:t>
            </a:r>
            <a:r>
              <a:rPr lang="es-ES" dirty="0"/>
              <a:t> ,</a:t>
            </a:r>
          </a:p>
          <a:p>
            <a:endParaRPr lang="es-ES" dirty="0"/>
          </a:p>
          <a:p>
            <a:r>
              <a:rPr lang="es-ES" dirty="0"/>
              <a:t>D1 = X’ Y’ Z</a:t>
            </a:r>
          </a:p>
          <a:p>
            <a:r>
              <a:rPr lang="es-ES" dirty="0"/>
              <a:t>D2 = X’ Y Z’</a:t>
            </a:r>
          </a:p>
          <a:p>
            <a:r>
              <a:rPr lang="es-ES" dirty="0"/>
              <a:t>D3 = X’ Y Z</a:t>
            </a:r>
          </a:p>
          <a:p>
            <a:r>
              <a:rPr lang="es-ES" dirty="0"/>
              <a:t>D4 = X Y’ Z’</a:t>
            </a:r>
          </a:p>
          <a:p>
            <a:r>
              <a:rPr lang="es-ES" dirty="0"/>
              <a:t>D5 = X Y’ Z</a:t>
            </a:r>
          </a:p>
          <a:p>
            <a:r>
              <a:rPr lang="es-ES" dirty="0"/>
              <a:t>D6 = X Y Z’</a:t>
            </a:r>
          </a:p>
          <a:p>
            <a:r>
              <a:rPr lang="es-ES" dirty="0"/>
              <a:t>D7 = X Y Z</a:t>
            </a:r>
            <a:endParaRPr lang="en-US" dirty="0"/>
          </a:p>
        </p:txBody>
      </p:sp>
    </p:spTree>
    <p:extLst>
      <p:ext uri="{BB962C8B-B14F-4D97-AF65-F5344CB8AC3E}">
        <p14:creationId xmlns:p14="http://schemas.microsoft.com/office/powerpoint/2010/main" val="394944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30305" y="569284"/>
            <a:ext cx="4299044" cy="5689912"/>
          </a:xfrm>
        </p:spPr>
      </p:pic>
    </p:spTree>
    <p:extLst>
      <p:ext uri="{BB962C8B-B14F-4D97-AF65-F5344CB8AC3E}">
        <p14:creationId xmlns:p14="http://schemas.microsoft.com/office/powerpoint/2010/main" val="162460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415</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Encoder</vt:lpstr>
      <vt:lpstr>PowerPoint Presentation</vt:lpstr>
      <vt:lpstr>PowerPoint Presentation</vt:lpstr>
      <vt:lpstr>PowerPoint Presentation</vt:lpstr>
      <vt:lpstr>Decoder</vt:lpstr>
      <vt:lpstr>PowerPoint Presentation</vt:lpstr>
      <vt:lpstr>Implementation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Encoder</dc:title>
  <dc:creator>DO</dc:creator>
  <cp:lastModifiedBy>pritam adhikari</cp:lastModifiedBy>
  <cp:revision>13</cp:revision>
  <dcterms:created xsi:type="dcterms:W3CDTF">2024-12-28T11:50:18Z</dcterms:created>
  <dcterms:modified xsi:type="dcterms:W3CDTF">2024-12-29T14:49:55Z</dcterms:modified>
</cp:coreProperties>
</file>