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0" r:id="rId5"/>
    <p:sldId id="259" r:id="rId6"/>
    <p:sldId id="258" r:id="rId7"/>
    <p:sldId id="264" r:id="rId8"/>
    <p:sldId id="263" r:id="rId9"/>
    <p:sldId id="271" r:id="rId10"/>
    <p:sldId id="262" r:id="rId11"/>
    <p:sldId id="272" r:id="rId12"/>
    <p:sldId id="269" r:id="rId13"/>
    <p:sldId id="273" r:id="rId14"/>
    <p:sldId id="270" r:id="rId15"/>
    <p:sldId id="274" r:id="rId16"/>
    <p:sldId id="268" r:id="rId17"/>
    <p:sldId id="267" r:id="rId18"/>
    <p:sldId id="266" r:id="rId19"/>
    <p:sldId id="26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8A3D8C-E2E5-4179-9B0D-536DD49DE2B6}" v="35" dt="2025-01-05T16:09:33.8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54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itam adhikari" userId="b110053650bdc76b" providerId="LiveId" clId="{728A3D8C-E2E5-4179-9B0D-536DD49DE2B6}"/>
    <pc:docChg chg="undo custSel addSld modSld sldOrd">
      <pc:chgData name="pritam adhikari" userId="b110053650bdc76b" providerId="LiveId" clId="{728A3D8C-E2E5-4179-9B0D-536DD49DE2B6}" dt="2025-01-05T16:09:33.797" v="607"/>
      <pc:docMkLst>
        <pc:docMk/>
      </pc:docMkLst>
      <pc:sldChg chg="addSp modSp new mod modAnim">
        <pc:chgData name="pritam adhikari" userId="b110053650bdc76b" providerId="LiveId" clId="{728A3D8C-E2E5-4179-9B0D-536DD49DE2B6}" dt="2025-01-05T16:09:33.797" v="607"/>
        <pc:sldMkLst>
          <pc:docMk/>
          <pc:sldMk cId="3690050606" sldId="256"/>
        </pc:sldMkLst>
        <pc:spChg chg="mod">
          <ac:chgData name="pritam adhikari" userId="b110053650bdc76b" providerId="LiveId" clId="{728A3D8C-E2E5-4179-9B0D-536DD49DE2B6}" dt="2025-01-05T14:58:33.853" v="15" actId="122"/>
          <ac:spMkLst>
            <pc:docMk/>
            <pc:sldMk cId="3690050606" sldId="256"/>
            <ac:spMk id="2" creationId="{439B77F7-79DE-9B55-9C7F-98C535127E54}"/>
          </ac:spMkLst>
        </pc:spChg>
        <pc:spChg chg="mod">
          <ac:chgData name="pritam adhikari" userId="b110053650bdc76b" providerId="LiveId" clId="{728A3D8C-E2E5-4179-9B0D-536DD49DE2B6}" dt="2025-01-05T15:01:47.530" v="42" actId="5793"/>
          <ac:spMkLst>
            <pc:docMk/>
            <pc:sldMk cId="3690050606" sldId="256"/>
            <ac:spMk id="3" creationId="{119064E4-8832-5289-3731-4EB424120CE1}"/>
          </ac:spMkLst>
        </pc:spChg>
        <pc:picChg chg="add mod">
          <ac:chgData name="pritam adhikari" userId="b110053650bdc76b" providerId="LiveId" clId="{728A3D8C-E2E5-4179-9B0D-536DD49DE2B6}" dt="2025-01-05T15:00:48.164" v="26" actId="1076"/>
          <ac:picMkLst>
            <pc:docMk/>
            <pc:sldMk cId="3690050606" sldId="256"/>
            <ac:picMk id="5" creationId="{E4239EFC-B792-4761-3D66-0A9C7B7ED402}"/>
          </ac:picMkLst>
        </pc:picChg>
      </pc:sldChg>
      <pc:sldChg chg="addSp delSp modSp add mod modTransition modAnim">
        <pc:chgData name="pritam adhikari" userId="b110053650bdc76b" providerId="LiveId" clId="{728A3D8C-E2E5-4179-9B0D-536DD49DE2B6}" dt="2025-01-05T15:07:38.530" v="67"/>
        <pc:sldMkLst>
          <pc:docMk/>
          <pc:sldMk cId="3798579589" sldId="257"/>
        </pc:sldMkLst>
        <pc:spChg chg="mod">
          <ac:chgData name="pritam adhikari" userId="b110053650bdc76b" providerId="LiveId" clId="{728A3D8C-E2E5-4179-9B0D-536DD49DE2B6}" dt="2025-01-05T15:05:16.649" v="57" actId="1076"/>
          <ac:spMkLst>
            <pc:docMk/>
            <pc:sldMk cId="3798579589" sldId="257"/>
            <ac:spMk id="2" creationId="{439B77F7-79DE-9B55-9C7F-98C535127E54}"/>
          </ac:spMkLst>
        </pc:spChg>
        <pc:spChg chg="del mod">
          <ac:chgData name="pritam adhikari" userId="b110053650bdc76b" providerId="LiveId" clId="{728A3D8C-E2E5-4179-9B0D-536DD49DE2B6}" dt="2025-01-05T15:04:18.140" v="51" actId="3680"/>
          <ac:spMkLst>
            <pc:docMk/>
            <pc:sldMk cId="3798579589" sldId="257"/>
            <ac:spMk id="3" creationId="{119064E4-8832-5289-3731-4EB424120CE1}"/>
          </ac:spMkLst>
        </pc:spChg>
        <pc:graphicFrameChg chg="add mod ord modGraphic">
          <ac:chgData name="pritam adhikari" userId="b110053650bdc76b" providerId="LiveId" clId="{728A3D8C-E2E5-4179-9B0D-536DD49DE2B6}" dt="2025-01-05T15:06:03.664" v="64" actId="207"/>
          <ac:graphicFrameMkLst>
            <pc:docMk/>
            <pc:sldMk cId="3798579589" sldId="257"/>
            <ac:graphicFrameMk id="4" creationId="{683E2582-7FCB-B30C-89C9-02F2CCD71921}"/>
          </ac:graphicFrameMkLst>
        </pc:graphicFrameChg>
        <pc:picChg chg="del">
          <ac:chgData name="pritam adhikari" userId="b110053650bdc76b" providerId="LiveId" clId="{728A3D8C-E2E5-4179-9B0D-536DD49DE2B6}" dt="2025-01-05T15:01:09.851" v="28" actId="478"/>
          <ac:picMkLst>
            <pc:docMk/>
            <pc:sldMk cId="3798579589" sldId="257"/>
            <ac:picMk id="5" creationId="{E4239EFC-B792-4761-3D66-0A9C7B7ED402}"/>
          </ac:picMkLst>
        </pc:picChg>
      </pc:sldChg>
      <pc:sldChg chg="addSp modSp add mod">
        <pc:chgData name="pritam adhikari" userId="b110053650bdc76b" providerId="LiveId" clId="{728A3D8C-E2E5-4179-9B0D-536DD49DE2B6}" dt="2025-01-05T15:25:16.675" v="281" actId="1076"/>
        <pc:sldMkLst>
          <pc:docMk/>
          <pc:sldMk cId="335323138" sldId="258"/>
        </pc:sldMkLst>
        <pc:spChg chg="mod">
          <ac:chgData name="pritam adhikari" userId="b110053650bdc76b" providerId="LiveId" clId="{728A3D8C-E2E5-4179-9B0D-536DD49DE2B6}" dt="2025-01-05T15:24:29.291" v="277"/>
          <ac:spMkLst>
            <pc:docMk/>
            <pc:sldMk cId="335323138" sldId="258"/>
            <ac:spMk id="2" creationId="{439B77F7-79DE-9B55-9C7F-98C535127E54}"/>
          </ac:spMkLst>
        </pc:spChg>
        <pc:spChg chg="mod">
          <ac:chgData name="pritam adhikari" userId="b110053650bdc76b" providerId="LiveId" clId="{728A3D8C-E2E5-4179-9B0D-536DD49DE2B6}" dt="2025-01-05T15:24:22.668" v="276"/>
          <ac:spMkLst>
            <pc:docMk/>
            <pc:sldMk cId="335323138" sldId="258"/>
            <ac:spMk id="3" creationId="{119064E4-8832-5289-3731-4EB424120CE1}"/>
          </ac:spMkLst>
        </pc:spChg>
        <pc:picChg chg="add mod">
          <ac:chgData name="pritam adhikari" userId="b110053650bdc76b" providerId="LiveId" clId="{728A3D8C-E2E5-4179-9B0D-536DD49DE2B6}" dt="2025-01-05T15:25:16.675" v="281" actId="1076"/>
          <ac:picMkLst>
            <pc:docMk/>
            <pc:sldMk cId="335323138" sldId="258"/>
            <ac:picMk id="5" creationId="{16F35A3B-5AC9-0483-A7C5-E285A7E3450D}"/>
          </ac:picMkLst>
        </pc:picChg>
      </pc:sldChg>
      <pc:sldChg chg="addSp modSp add mod">
        <pc:chgData name="pritam adhikari" userId="b110053650bdc76b" providerId="LiveId" clId="{728A3D8C-E2E5-4179-9B0D-536DD49DE2B6}" dt="2025-01-05T15:24:04.091" v="275" actId="1076"/>
        <pc:sldMkLst>
          <pc:docMk/>
          <pc:sldMk cId="2483410954" sldId="259"/>
        </pc:sldMkLst>
        <pc:spChg chg="mod">
          <ac:chgData name="pritam adhikari" userId="b110053650bdc76b" providerId="LiveId" clId="{728A3D8C-E2E5-4179-9B0D-536DD49DE2B6}" dt="2025-01-05T15:23:04.037" v="271"/>
          <ac:spMkLst>
            <pc:docMk/>
            <pc:sldMk cId="2483410954" sldId="259"/>
            <ac:spMk id="2" creationId="{439B77F7-79DE-9B55-9C7F-98C535127E54}"/>
          </ac:spMkLst>
        </pc:spChg>
        <pc:spChg chg="mod">
          <ac:chgData name="pritam adhikari" userId="b110053650bdc76b" providerId="LiveId" clId="{728A3D8C-E2E5-4179-9B0D-536DD49DE2B6}" dt="2025-01-05T15:22:57.164" v="270"/>
          <ac:spMkLst>
            <pc:docMk/>
            <pc:sldMk cId="2483410954" sldId="259"/>
            <ac:spMk id="3" creationId="{119064E4-8832-5289-3731-4EB424120CE1}"/>
          </ac:spMkLst>
        </pc:spChg>
        <pc:picChg chg="add mod">
          <ac:chgData name="pritam adhikari" userId="b110053650bdc76b" providerId="LiveId" clId="{728A3D8C-E2E5-4179-9B0D-536DD49DE2B6}" dt="2025-01-05T15:24:04.091" v="275" actId="1076"/>
          <ac:picMkLst>
            <pc:docMk/>
            <pc:sldMk cId="2483410954" sldId="259"/>
            <ac:picMk id="5" creationId="{AFA3BC9D-2F0F-0CD6-4DEA-A9C4FFEDBFB3}"/>
          </ac:picMkLst>
        </pc:picChg>
      </pc:sldChg>
      <pc:sldChg chg="modSp add mod">
        <pc:chgData name="pritam adhikari" userId="b110053650bdc76b" providerId="LiveId" clId="{728A3D8C-E2E5-4179-9B0D-536DD49DE2B6}" dt="2025-01-05T15:22:12.246" v="267" actId="113"/>
        <pc:sldMkLst>
          <pc:docMk/>
          <pc:sldMk cId="372651088" sldId="260"/>
        </pc:sldMkLst>
        <pc:spChg chg="mod">
          <ac:chgData name="pritam adhikari" userId="b110053650bdc76b" providerId="LiveId" clId="{728A3D8C-E2E5-4179-9B0D-536DD49DE2B6}" dt="2025-01-05T15:16:26.430" v="135" actId="20577"/>
          <ac:spMkLst>
            <pc:docMk/>
            <pc:sldMk cId="372651088" sldId="260"/>
            <ac:spMk id="2" creationId="{439B77F7-79DE-9B55-9C7F-98C535127E54}"/>
          </ac:spMkLst>
        </pc:spChg>
        <pc:spChg chg="mod">
          <ac:chgData name="pritam adhikari" userId="b110053650bdc76b" providerId="LiveId" clId="{728A3D8C-E2E5-4179-9B0D-536DD49DE2B6}" dt="2025-01-05T15:22:12.246" v="267" actId="113"/>
          <ac:spMkLst>
            <pc:docMk/>
            <pc:sldMk cId="372651088" sldId="260"/>
            <ac:spMk id="3" creationId="{119064E4-8832-5289-3731-4EB424120CE1}"/>
          </ac:spMkLst>
        </pc:spChg>
      </pc:sldChg>
      <pc:sldChg chg="addSp modSp add mod">
        <pc:chgData name="pritam adhikari" userId="b110053650bdc76b" providerId="LiveId" clId="{728A3D8C-E2E5-4179-9B0D-536DD49DE2B6}" dt="2025-01-05T15:14:42.546" v="133" actId="1076"/>
        <pc:sldMkLst>
          <pc:docMk/>
          <pc:sldMk cId="3085151146" sldId="261"/>
        </pc:sldMkLst>
        <pc:spChg chg="mod">
          <ac:chgData name="pritam adhikari" userId="b110053650bdc76b" providerId="LiveId" clId="{728A3D8C-E2E5-4179-9B0D-536DD49DE2B6}" dt="2025-01-05T15:08:56.469" v="79" actId="20577"/>
          <ac:spMkLst>
            <pc:docMk/>
            <pc:sldMk cId="3085151146" sldId="261"/>
            <ac:spMk id="2" creationId="{439B77F7-79DE-9B55-9C7F-98C535127E54}"/>
          </ac:spMkLst>
        </pc:spChg>
        <pc:spChg chg="mod">
          <ac:chgData name="pritam adhikari" userId="b110053650bdc76b" providerId="LiveId" clId="{728A3D8C-E2E5-4179-9B0D-536DD49DE2B6}" dt="2025-01-05T15:12:31.663" v="122" actId="313"/>
          <ac:spMkLst>
            <pc:docMk/>
            <pc:sldMk cId="3085151146" sldId="261"/>
            <ac:spMk id="3" creationId="{119064E4-8832-5289-3731-4EB424120CE1}"/>
          </ac:spMkLst>
        </pc:spChg>
        <pc:picChg chg="add mod">
          <ac:chgData name="pritam adhikari" userId="b110053650bdc76b" providerId="LiveId" clId="{728A3D8C-E2E5-4179-9B0D-536DD49DE2B6}" dt="2025-01-05T15:14:42.546" v="133" actId="1076"/>
          <ac:picMkLst>
            <pc:docMk/>
            <pc:sldMk cId="3085151146" sldId="261"/>
            <ac:picMk id="5" creationId="{4856CCD0-77D4-06F5-B4B0-6C4914C8B7D0}"/>
          </ac:picMkLst>
        </pc:picChg>
        <pc:picChg chg="add mod">
          <ac:chgData name="pritam adhikari" userId="b110053650bdc76b" providerId="LiveId" clId="{728A3D8C-E2E5-4179-9B0D-536DD49DE2B6}" dt="2025-01-05T15:14:40.673" v="132" actId="1076"/>
          <ac:picMkLst>
            <pc:docMk/>
            <pc:sldMk cId="3085151146" sldId="261"/>
            <ac:picMk id="7" creationId="{5213545D-79F9-E892-ECD8-611E90939942}"/>
          </ac:picMkLst>
        </pc:picChg>
      </pc:sldChg>
      <pc:sldChg chg="addSp delSp modSp add mod">
        <pc:chgData name="pritam adhikari" userId="b110053650bdc76b" providerId="LiveId" clId="{728A3D8C-E2E5-4179-9B0D-536DD49DE2B6}" dt="2025-01-05T15:45:19.449" v="444" actId="1076"/>
        <pc:sldMkLst>
          <pc:docMk/>
          <pc:sldMk cId="4129263375" sldId="262"/>
        </pc:sldMkLst>
        <pc:spChg chg="mod">
          <ac:chgData name="pritam adhikari" userId="b110053650bdc76b" providerId="LiveId" clId="{728A3D8C-E2E5-4179-9B0D-536DD49DE2B6}" dt="2025-01-05T15:45:19.449" v="444" actId="1076"/>
          <ac:spMkLst>
            <pc:docMk/>
            <pc:sldMk cId="4129263375" sldId="262"/>
            <ac:spMk id="2" creationId="{439B77F7-79DE-9B55-9C7F-98C535127E54}"/>
          </ac:spMkLst>
        </pc:spChg>
        <pc:spChg chg="del mod">
          <ac:chgData name="pritam adhikari" userId="b110053650bdc76b" providerId="LiveId" clId="{728A3D8C-E2E5-4179-9B0D-536DD49DE2B6}" dt="2025-01-05T15:38:47.767" v="351" actId="931"/>
          <ac:spMkLst>
            <pc:docMk/>
            <pc:sldMk cId="4129263375" sldId="262"/>
            <ac:spMk id="3" creationId="{119064E4-8832-5289-3731-4EB424120CE1}"/>
          </ac:spMkLst>
        </pc:spChg>
        <pc:spChg chg="add del mod">
          <ac:chgData name="pritam adhikari" userId="b110053650bdc76b" providerId="LiveId" clId="{728A3D8C-E2E5-4179-9B0D-536DD49DE2B6}" dt="2025-01-05T15:43:17.067" v="374" actId="21"/>
          <ac:spMkLst>
            <pc:docMk/>
            <pc:sldMk cId="4129263375" sldId="262"/>
            <ac:spMk id="8" creationId="{C28E2DD4-4534-0BC7-14CD-5F828E3BEF31}"/>
          </ac:spMkLst>
        </pc:spChg>
        <pc:spChg chg="add mod">
          <ac:chgData name="pritam adhikari" userId="b110053650bdc76b" providerId="LiveId" clId="{728A3D8C-E2E5-4179-9B0D-536DD49DE2B6}" dt="2025-01-05T15:44:17.619" v="407" actId="20577"/>
          <ac:spMkLst>
            <pc:docMk/>
            <pc:sldMk cId="4129263375" sldId="262"/>
            <ac:spMk id="9" creationId="{7140E406-EE6C-9EA7-D97C-B389B8DD70DF}"/>
          </ac:spMkLst>
        </pc:spChg>
        <pc:picChg chg="del">
          <ac:chgData name="pritam adhikari" userId="b110053650bdc76b" providerId="LiveId" clId="{728A3D8C-E2E5-4179-9B0D-536DD49DE2B6}" dt="2025-01-05T15:30:26.528" v="301" actId="478"/>
          <ac:picMkLst>
            <pc:docMk/>
            <pc:sldMk cId="4129263375" sldId="262"/>
            <ac:picMk id="5" creationId="{16F35A3B-5AC9-0483-A7C5-E285A7E3450D}"/>
          </ac:picMkLst>
        </pc:picChg>
        <pc:picChg chg="add del mod">
          <ac:chgData name="pritam adhikari" userId="b110053650bdc76b" providerId="LiveId" clId="{728A3D8C-E2E5-4179-9B0D-536DD49DE2B6}" dt="2025-01-05T15:43:20.895" v="375" actId="14100"/>
          <ac:picMkLst>
            <pc:docMk/>
            <pc:sldMk cId="4129263375" sldId="262"/>
            <ac:picMk id="6" creationId="{1ABABCE9-986C-A2D6-CC1B-3F4B97AF656E}"/>
          </ac:picMkLst>
        </pc:picChg>
      </pc:sldChg>
      <pc:sldChg chg="addSp delSp modSp add mod">
        <pc:chgData name="pritam adhikari" userId="b110053650bdc76b" providerId="LiveId" clId="{728A3D8C-E2E5-4179-9B0D-536DD49DE2B6}" dt="2025-01-05T15:28:10.253" v="300" actId="1076"/>
        <pc:sldMkLst>
          <pc:docMk/>
          <pc:sldMk cId="3114841454" sldId="263"/>
        </pc:sldMkLst>
        <pc:spChg chg="mod">
          <ac:chgData name="pritam adhikari" userId="b110053650bdc76b" providerId="LiveId" clId="{728A3D8C-E2E5-4179-9B0D-536DD49DE2B6}" dt="2025-01-05T15:27:30.357" v="294"/>
          <ac:spMkLst>
            <pc:docMk/>
            <pc:sldMk cId="3114841454" sldId="263"/>
            <ac:spMk id="2" creationId="{439B77F7-79DE-9B55-9C7F-98C535127E54}"/>
          </ac:spMkLst>
        </pc:spChg>
        <pc:spChg chg="mod">
          <ac:chgData name="pritam adhikari" userId="b110053650bdc76b" providerId="LiveId" clId="{728A3D8C-E2E5-4179-9B0D-536DD49DE2B6}" dt="2025-01-05T15:27:22.813" v="293"/>
          <ac:spMkLst>
            <pc:docMk/>
            <pc:sldMk cId="3114841454" sldId="263"/>
            <ac:spMk id="3" creationId="{119064E4-8832-5289-3731-4EB424120CE1}"/>
          </ac:spMkLst>
        </pc:spChg>
        <pc:picChg chg="del mod">
          <ac:chgData name="pritam adhikari" userId="b110053650bdc76b" providerId="LiveId" clId="{728A3D8C-E2E5-4179-9B0D-536DD49DE2B6}" dt="2025-01-05T15:27:33.006" v="296" actId="478"/>
          <ac:picMkLst>
            <pc:docMk/>
            <pc:sldMk cId="3114841454" sldId="263"/>
            <ac:picMk id="5" creationId="{16F35A3B-5AC9-0483-A7C5-E285A7E3450D}"/>
          </ac:picMkLst>
        </pc:picChg>
        <pc:picChg chg="add mod">
          <ac:chgData name="pritam adhikari" userId="b110053650bdc76b" providerId="LiveId" clId="{728A3D8C-E2E5-4179-9B0D-536DD49DE2B6}" dt="2025-01-05T15:28:10.253" v="300" actId="1076"/>
          <ac:picMkLst>
            <pc:docMk/>
            <pc:sldMk cId="3114841454" sldId="263"/>
            <ac:picMk id="6" creationId="{DBFA3C73-74E5-E4A2-CFE9-E1C1A3B81573}"/>
          </ac:picMkLst>
        </pc:picChg>
      </pc:sldChg>
      <pc:sldChg chg="addSp delSp modSp add mod">
        <pc:chgData name="pritam adhikari" userId="b110053650bdc76b" providerId="LiveId" clId="{728A3D8C-E2E5-4179-9B0D-536DD49DE2B6}" dt="2025-01-05T15:26:59.711" v="292" actId="1076"/>
        <pc:sldMkLst>
          <pc:docMk/>
          <pc:sldMk cId="3082105725" sldId="264"/>
        </pc:sldMkLst>
        <pc:spChg chg="mod">
          <ac:chgData name="pritam adhikari" userId="b110053650bdc76b" providerId="LiveId" clId="{728A3D8C-E2E5-4179-9B0D-536DD49DE2B6}" dt="2025-01-05T15:26:08.602" v="286"/>
          <ac:spMkLst>
            <pc:docMk/>
            <pc:sldMk cId="3082105725" sldId="264"/>
            <ac:spMk id="2" creationId="{439B77F7-79DE-9B55-9C7F-98C535127E54}"/>
          </ac:spMkLst>
        </pc:spChg>
        <pc:spChg chg="mod">
          <ac:chgData name="pritam adhikari" userId="b110053650bdc76b" providerId="LiveId" clId="{728A3D8C-E2E5-4179-9B0D-536DD49DE2B6}" dt="2025-01-05T15:25:59.275" v="285"/>
          <ac:spMkLst>
            <pc:docMk/>
            <pc:sldMk cId="3082105725" sldId="264"/>
            <ac:spMk id="3" creationId="{119064E4-8832-5289-3731-4EB424120CE1}"/>
          </ac:spMkLst>
        </pc:spChg>
        <pc:picChg chg="del">
          <ac:chgData name="pritam adhikari" userId="b110053650bdc76b" providerId="LiveId" clId="{728A3D8C-E2E5-4179-9B0D-536DD49DE2B6}" dt="2025-01-05T15:26:12.151" v="287" actId="478"/>
          <ac:picMkLst>
            <pc:docMk/>
            <pc:sldMk cId="3082105725" sldId="264"/>
            <ac:picMk id="5" creationId="{16F35A3B-5AC9-0483-A7C5-E285A7E3450D}"/>
          </ac:picMkLst>
        </pc:picChg>
        <pc:picChg chg="add mod">
          <ac:chgData name="pritam adhikari" userId="b110053650bdc76b" providerId="LiveId" clId="{728A3D8C-E2E5-4179-9B0D-536DD49DE2B6}" dt="2025-01-05T15:26:59.711" v="292" actId="1076"/>
          <ac:picMkLst>
            <pc:docMk/>
            <pc:sldMk cId="3082105725" sldId="264"/>
            <ac:picMk id="6" creationId="{417FC932-39B6-996D-7E09-F10373432789}"/>
          </ac:picMkLst>
        </pc:picChg>
      </pc:sldChg>
      <pc:sldChg chg="add">
        <pc:chgData name="pritam adhikari" userId="b110053650bdc76b" providerId="LiveId" clId="{728A3D8C-E2E5-4179-9B0D-536DD49DE2B6}" dt="2025-01-05T15:30:43.177" v="304" actId="2890"/>
        <pc:sldMkLst>
          <pc:docMk/>
          <pc:sldMk cId="291716166" sldId="265"/>
        </pc:sldMkLst>
      </pc:sldChg>
      <pc:sldChg chg="add">
        <pc:chgData name="pritam adhikari" userId="b110053650bdc76b" providerId="LiveId" clId="{728A3D8C-E2E5-4179-9B0D-536DD49DE2B6}" dt="2025-01-05T15:30:45.321" v="305" actId="2890"/>
        <pc:sldMkLst>
          <pc:docMk/>
          <pc:sldMk cId="390036118" sldId="266"/>
        </pc:sldMkLst>
      </pc:sldChg>
      <pc:sldChg chg="add">
        <pc:chgData name="pritam adhikari" userId="b110053650bdc76b" providerId="LiveId" clId="{728A3D8C-E2E5-4179-9B0D-536DD49DE2B6}" dt="2025-01-05T15:30:47.639" v="306" actId="2890"/>
        <pc:sldMkLst>
          <pc:docMk/>
          <pc:sldMk cId="1383234101" sldId="267"/>
        </pc:sldMkLst>
      </pc:sldChg>
      <pc:sldChg chg="add">
        <pc:chgData name="pritam adhikari" userId="b110053650bdc76b" providerId="LiveId" clId="{728A3D8C-E2E5-4179-9B0D-536DD49DE2B6}" dt="2025-01-05T15:30:50.034" v="307" actId="2890"/>
        <pc:sldMkLst>
          <pc:docMk/>
          <pc:sldMk cId="892574928" sldId="268"/>
        </pc:sldMkLst>
      </pc:sldChg>
      <pc:sldChg chg="modSp add mod ord">
        <pc:chgData name="pritam adhikari" userId="b110053650bdc76b" providerId="LiveId" clId="{728A3D8C-E2E5-4179-9B0D-536DD49DE2B6}" dt="2025-01-05T16:04:48.219" v="605" actId="113"/>
        <pc:sldMkLst>
          <pc:docMk/>
          <pc:sldMk cId="1277381167" sldId="269"/>
        </pc:sldMkLst>
        <pc:spChg chg="mod">
          <ac:chgData name="pritam adhikari" userId="b110053650bdc76b" providerId="LiveId" clId="{728A3D8C-E2E5-4179-9B0D-536DD49DE2B6}" dt="2025-01-05T15:54:16.798" v="485" actId="20577"/>
          <ac:spMkLst>
            <pc:docMk/>
            <pc:sldMk cId="1277381167" sldId="269"/>
            <ac:spMk id="2" creationId="{439B77F7-79DE-9B55-9C7F-98C535127E54}"/>
          </ac:spMkLst>
        </pc:spChg>
        <pc:spChg chg="mod">
          <ac:chgData name="pritam adhikari" userId="b110053650bdc76b" providerId="LiveId" clId="{728A3D8C-E2E5-4179-9B0D-536DD49DE2B6}" dt="2025-01-05T16:04:48.219" v="605" actId="113"/>
          <ac:spMkLst>
            <pc:docMk/>
            <pc:sldMk cId="1277381167" sldId="269"/>
            <ac:spMk id="3" creationId="{119064E4-8832-5289-3731-4EB424120CE1}"/>
          </ac:spMkLst>
        </pc:spChg>
      </pc:sldChg>
      <pc:sldChg chg="addSp delSp modSp add mod ord">
        <pc:chgData name="pritam adhikari" userId="b110053650bdc76b" providerId="LiveId" clId="{728A3D8C-E2E5-4179-9B0D-536DD49DE2B6}" dt="2025-01-05T16:01:37.718" v="598"/>
        <pc:sldMkLst>
          <pc:docMk/>
          <pc:sldMk cId="993726550" sldId="270"/>
        </pc:sldMkLst>
        <pc:spChg chg="del">
          <ac:chgData name="pritam adhikari" userId="b110053650bdc76b" providerId="LiveId" clId="{728A3D8C-E2E5-4179-9B0D-536DD49DE2B6}" dt="2025-01-05T15:50:12.978" v="445" actId="3680"/>
          <ac:spMkLst>
            <pc:docMk/>
            <pc:sldMk cId="993726550" sldId="270"/>
            <ac:spMk id="3" creationId="{119064E4-8832-5289-3731-4EB424120CE1}"/>
          </ac:spMkLst>
        </pc:spChg>
        <pc:graphicFrameChg chg="add mod ord modGraphic">
          <ac:chgData name="pritam adhikari" userId="b110053650bdc76b" providerId="LiveId" clId="{728A3D8C-E2E5-4179-9B0D-536DD49DE2B6}" dt="2025-01-05T15:53:09.405" v="474" actId="108"/>
          <ac:graphicFrameMkLst>
            <pc:docMk/>
            <pc:sldMk cId="993726550" sldId="270"/>
            <ac:graphicFrameMk id="4" creationId="{C4B973EB-A1D3-D697-9BD3-59AFF63CB56A}"/>
          </ac:graphicFrameMkLst>
        </pc:graphicFrameChg>
      </pc:sldChg>
      <pc:sldChg chg="addSp delSp modSp add mod ord modAnim">
        <pc:chgData name="pritam adhikari" userId="b110053650bdc76b" providerId="LiveId" clId="{728A3D8C-E2E5-4179-9B0D-536DD49DE2B6}" dt="2025-01-05T15:42:27.790" v="370"/>
        <pc:sldMkLst>
          <pc:docMk/>
          <pc:sldMk cId="3988528801" sldId="271"/>
        </pc:sldMkLst>
        <pc:spChg chg="mod">
          <ac:chgData name="pritam adhikari" userId="b110053650bdc76b" providerId="LiveId" clId="{728A3D8C-E2E5-4179-9B0D-536DD49DE2B6}" dt="2025-01-05T15:37:15.885" v="339" actId="20577"/>
          <ac:spMkLst>
            <pc:docMk/>
            <pc:sldMk cId="3988528801" sldId="271"/>
            <ac:spMk id="2" creationId="{439B77F7-79DE-9B55-9C7F-98C535127E54}"/>
          </ac:spMkLst>
        </pc:spChg>
        <pc:spChg chg="mod">
          <ac:chgData name="pritam adhikari" userId="b110053650bdc76b" providerId="LiveId" clId="{728A3D8C-E2E5-4179-9B0D-536DD49DE2B6}" dt="2025-01-05T15:40:50.962" v="369" actId="113"/>
          <ac:spMkLst>
            <pc:docMk/>
            <pc:sldMk cId="3988528801" sldId="271"/>
            <ac:spMk id="3" creationId="{119064E4-8832-5289-3731-4EB424120CE1}"/>
          </ac:spMkLst>
        </pc:spChg>
        <pc:picChg chg="add del mod">
          <ac:chgData name="pritam adhikari" userId="b110053650bdc76b" providerId="LiveId" clId="{728A3D8C-E2E5-4179-9B0D-536DD49DE2B6}" dt="2025-01-05T15:38:25.163" v="348" actId="931"/>
          <ac:picMkLst>
            <pc:docMk/>
            <pc:sldMk cId="3988528801" sldId="271"/>
            <ac:picMk id="5" creationId="{8212332C-7D9D-081D-DB2A-3164DAF4C0FB}"/>
          </ac:picMkLst>
        </pc:picChg>
        <pc:picChg chg="add del mod">
          <ac:chgData name="pritam adhikari" userId="b110053650bdc76b" providerId="LiveId" clId="{728A3D8C-E2E5-4179-9B0D-536DD49DE2B6}" dt="2025-01-05T15:38:25.163" v="348" actId="931"/>
          <ac:picMkLst>
            <pc:docMk/>
            <pc:sldMk cId="3988528801" sldId="271"/>
            <ac:picMk id="7" creationId="{BC02DF84-8E91-DA83-FB78-36FEB1754095}"/>
          </ac:picMkLst>
        </pc:picChg>
      </pc:sldChg>
      <pc:sldChg chg="addSp delSp modSp add mod">
        <pc:chgData name="pritam adhikari" userId="b110053650bdc76b" providerId="LiveId" clId="{728A3D8C-E2E5-4179-9B0D-536DD49DE2B6}" dt="2025-01-05T15:45:13.803" v="443" actId="1076"/>
        <pc:sldMkLst>
          <pc:docMk/>
          <pc:sldMk cId="561190003" sldId="272"/>
        </pc:sldMkLst>
        <pc:spChg chg="mod">
          <ac:chgData name="pritam adhikari" userId="b110053650bdc76b" providerId="LiveId" clId="{728A3D8C-E2E5-4179-9B0D-536DD49DE2B6}" dt="2025-01-05T15:45:09.727" v="441" actId="20577"/>
          <ac:spMkLst>
            <pc:docMk/>
            <pc:sldMk cId="561190003" sldId="272"/>
            <ac:spMk id="2" creationId="{439B77F7-79DE-9B55-9C7F-98C535127E54}"/>
          </ac:spMkLst>
        </pc:spChg>
        <pc:spChg chg="add del mod">
          <ac:chgData name="pritam adhikari" userId="b110053650bdc76b" providerId="LiveId" clId="{728A3D8C-E2E5-4179-9B0D-536DD49DE2B6}" dt="2025-01-05T15:39:10.770" v="357" actId="931"/>
          <ac:spMkLst>
            <pc:docMk/>
            <pc:sldMk cId="561190003" sldId="272"/>
            <ac:spMk id="4" creationId="{D95BA1E0-C365-D09E-B6E8-24A5A4562D15}"/>
          </ac:spMkLst>
        </pc:spChg>
        <pc:picChg chg="del mod">
          <ac:chgData name="pritam adhikari" userId="b110053650bdc76b" providerId="LiveId" clId="{728A3D8C-E2E5-4179-9B0D-536DD49DE2B6}" dt="2025-01-05T15:39:05.499" v="356" actId="478"/>
          <ac:picMkLst>
            <pc:docMk/>
            <pc:sldMk cId="561190003" sldId="272"/>
            <ac:picMk id="6" creationId="{1ABABCE9-986C-A2D6-CC1B-3F4B97AF656E}"/>
          </ac:picMkLst>
        </pc:picChg>
        <pc:picChg chg="add mod">
          <ac:chgData name="pritam adhikari" userId="b110053650bdc76b" providerId="LiveId" clId="{728A3D8C-E2E5-4179-9B0D-536DD49DE2B6}" dt="2025-01-05T15:45:13.803" v="443" actId="1076"/>
          <ac:picMkLst>
            <pc:docMk/>
            <pc:sldMk cId="561190003" sldId="272"/>
            <ac:picMk id="7" creationId="{04C2BE85-3F21-5CD5-D2E1-29853180D7AA}"/>
          </ac:picMkLst>
        </pc:picChg>
      </pc:sldChg>
      <pc:sldChg chg="addSp modSp add mod">
        <pc:chgData name="pritam adhikari" userId="b110053650bdc76b" providerId="LiveId" clId="{728A3D8C-E2E5-4179-9B0D-536DD49DE2B6}" dt="2025-01-05T16:01:19.458" v="596" actId="20577"/>
        <pc:sldMkLst>
          <pc:docMk/>
          <pc:sldMk cId="1865565187" sldId="273"/>
        </pc:sldMkLst>
        <pc:spChg chg="mod">
          <ac:chgData name="pritam adhikari" userId="b110053650bdc76b" providerId="LiveId" clId="{728A3D8C-E2E5-4179-9B0D-536DD49DE2B6}" dt="2025-01-05T16:01:19.458" v="596" actId="20577"/>
          <ac:spMkLst>
            <pc:docMk/>
            <pc:sldMk cId="1865565187" sldId="273"/>
            <ac:spMk id="2" creationId="{439B77F7-79DE-9B55-9C7F-98C535127E54}"/>
          </ac:spMkLst>
        </pc:spChg>
        <pc:spChg chg="mod">
          <ac:chgData name="pritam adhikari" userId="b110053650bdc76b" providerId="LiveId" clId="{728A3D8C-E2E5-4179-9B0D-536DD49DE2B6}" dt="2025-01-05T15:56:48.985" v="502" actId="6549"/>
          <ac:spMkLst>
            <pc:docMk/>
            <pc:sldMk cId="1865565187" sldId="273"/>
            <ac:spMk id="3" creationId="{119064E4-8832-5289-3731-4EB424120CE1}"/>
          </ac:spMkLst>
        </pc:spChg>
        <pc:spChg chg="add mod">
          <ac:chgData name="pritam adhikari" userId="b110053650bdc76b" providerId="LiveId" clId="{728A3D8C-E2E5-4179-9B0D-536DD49DE2B6}" dt="2025-01-05T15:57:48.171" v="507" actId="207"/>
          <ac:spMkLst>
            <pc:docMk/>
            <pc:sldMk cId="1865565187" sldId="273"/>
            <ac:spMk id="4" creationId="{CBEBEFA6-44FF-DB7C-54A7-A6DD2E7C188B}"/>
          </ac:spMkLst>
        </pc:spChg>
        <pc:spChg chg="add">
          <ac:chgData name="pritam adhikari" userId="b110053650bdc76b" providerId="LiveId" clId="{728A3D8C-E2E5-4179-9B0D-536DD49DE2B6}" dt="2025-01-05T15:58:02.534" v="508" actId="11529"/>
          <ac:spMkLst>
            <pc:docMk/>
            <pc:sldMk cId="1865565187" sldId="273"/>
            <ac:spMk id="5" creationId="{31A06894-044B-F66D-10ED-ADC639DAB74B}"/>
          </ac:spMkLst>
        </pc:spChg>
        <pc:spChg chg="add mod">
          <ac:chgData name="pritam adhikari" userId="b110053650bdc76b" providerId="LiveId" clId="{728A3D8C-E2E5-4179-9B0D-536DD49DE2B6}" dt="2025-01-05T16:00:20.983" v="542" actId="1076"/>
          <ac:spMkLst>
            <pc:docMk/>
            <pc:sldMk cId="1865565187" sldId="273"/>
            <ac:spMk id="6" creationId="{FBBA92DA-F6A4-FDFE-C7EE-6F3721D89D92}"/>
          </ac:spMkLst>
        </pc:spChg>
        <pc:spChg chg="add mod">
          <ac:chgData name="pritam adhikari" userId="b110053650bdc76b" providerId="LiveId" clId="{728A3D8C-E2E5-4179-9B0D-536DD49DE2B6}" dt="2025-01-05T16:01:05.605" v="579" actId="403"/>
          <ac:spMkLst>
            <pc:docMk/>
            <pc:sldMk cId="1865565187" sldId="273"/>
            <ac:spMk id="9" creationId="{666D978D-AF9D-90A0-B53D-F702DE7A4008}"/>
          </ac:spMkLst>
        </pc:spChg>
        <pc:spChg chg="add mod">
          <ac:chgData name="pritam adhikari" userId="b110053650bdc76b" providerId="LiveId" clId="{728A3D8C-E2E5-4179-9B0D-536DD49DE2B6}" dt="2025-01-05T15:59:26.020" v="530" actId="571"/>
          <ac:spMkLst>
            <pc:docMk/>
            <pc:sldMk cId="1865565187" sldId="273"/>
            <ac:spMk id="10" creationId="{0E5A9414-7DFA-EB9D-69EC-1C78D08EC0C6}"/>
          </ac:spMkLst>
        </pc:spChg>
        <pc:spChg chg="add mod">
          <ac:chgData name="pritam adhikari" userId="b110053650bdc76b" providerId="LiveId" clId="{728A3D8C-E2E5-4179-9B0D-536DD49DE2B6}" dt="2025-01-05T15:59:26.020" v="530" actId="571"/>
          <ac:spMkLst>
            <pc:docMk/>
            <pc:sldMk cId="1865565187" sldId="273"/>
            <ac:spMk id="11" creationId="{C63EBE51-5683-DD5E-FBE3-FF07C0EE2EC9}"/>
          </ac:spMkLst>
        </pc:spChg>
        <pc:spChg chg="add mod">
          <ac:chgData name="pritam adhikari" userId="b110053650bdc76b" providerId="LiveId" clId="{728A3D8C-E2E5-4179-9B0D-536DD49DE2B6}" dt="2025-01-05T15:59:44.706" v="537" actId="20577"/>
          <ac:spMkLst>
            <pc:docMk/>
            <pc:sldMk cId="1865565187" sldId="273"/>
            <ac:spMk id="12" creationId="{58E78D9C-B9DF-9B7B-0276-4CFE90FFA23D}"/>
          </ac:spMkLst>
        </pc:spChg>
        <pc:spChg chg="add mod">
          <ac:chgData name="pritam adhikari" userId="b110053650bdc76b" providerId="LiveId" clId="{728A3D8C-E2E5-4179-9B0D-536DD49DE2B6}" dt="2025-01-05T16:00:45.829" v="569" actId="20577"/>
          <ac:spMkLst>
            <pc:docMk/>
            <pc:sldMk cId="1865565187" sldId="273"/>
            <ac:spMk id="13" creationId="{A94EC28F-39C0-AF00-135C-F63E7F3DFEB4}"/>
          </ac:spMkLst>
        </pc:spChg>
        <pc:spChg chg="add mod">
          <ac:chgData name="pritam adhikari" userId="b110053650bdc76b" providerId="LiveId" clId="{728A3D8C-E2E5-4179-9B0D-536DD49DE2B6}" dt="2025-01-05T16:00:52.454" v="574" actId="20577"/>
          <ac:spMkLst>
            <pc:docMk/>
            <pc:sldMk cId="1865565187" sldId="273"/>
            <ac:spMk id="14" creationId="{0A54E1DD-1728-7C12-F7C6-BBE7FAAA0D9D}"/>
          </ac:spMkLst>
        </pc:spChg>
        <pc:spChg chg="add mod">
          <ac:chgData name="pritam adhikari" userId="b110053650bdc76b" providerId="LiveId" clId="{728A3D8C-E2E5-4179-9B0D-536DD49DE2B6}" dt="2025-01-05T16:00:37.032" v="557" actId="20577"/>
          <ac:spMkLst>
            <pc:docMk/>
            <pc:sldMk cId="1865565187" sldId="273"/>
            <ac:spMk id="15" creationId="{3908FE14-15FC-7837-C2D2-6A8DD6B669D2}"/>
          </ac:spMkLst>
        </pc:spChg>
        <pc:spChg chg="add mod">
          <ac:chgData name="pritam adhikari" userId="b110053650bdc76b" providerId="LiveId" clId="{728A3D8C-E2E5-4179-9B0D-536DD49DE2B6}" dt="2025-01-05T16:00:25.433" v="543" actId="571"/>
          <ac:spMkLst>
            <pc:docMk/>
            <pc:sldMk cId="1865565187" sldId="273"/>
            <ac:spMk id="16" creationId="{B3E9EC63-697D-FC0C-88CA-11D99E878592}"/>
          </ac:spMkLst>
        </pc:spChg>
        <pc:cxnChg chg="add mod">
          <ac:chgData name="pritam adhikari" userId="b110053650bdc76b" providerId="LiveId" clId="{728A3D8C-E2E5-4179-9B0D-536DD49DE2B6}" dt="2025-01-05T15:58:44.617" v="513" actId="14861"/>
          <ac:cxnSpMkLst>
            <pc:docMk/>
            <pc:sldMk cId="1865565187" sldId="273"/>
            <ac:cxnSpMk id="8" creationId="{81E931FF-CE21-F002-9BE8-052FDBB5E217}"/>
          </ac:cxnSpMkLst>
        </pc:cxnChg>
      </pc:sldChg>
      <pc:sldChg chg="modSp add mod">
        <pc:chgData name="pritam adhikari" userId="b110053650bdc76b" providerId="LiveId" clId="{728A3D8C-E2E5-4179-9B0D-536DD49DE2B6}" dt="2025-01-05T16:05:17.991" v="606" actId="20577"/>
        <pc:sldMkLst>
          <pc:docMk/>
          <pc:sldMk cId="45302132" sldId="274"/>
        </pc:sldMkLst>
        <pc:spChg chg="mod">
          <ac:chgData name="pritam adhikari" userId="b110053650bdc76b" providerId="LiveId" clId="{728A3D8C-E2E5-4179-9B0D-536DD49DE2B6}" dt="2025-01-05T16:05:17.991" v="606" actId="20577"/>
          <ac:spMkLst>
            <pc:docMk/>
            <pc:sldMk cId="45302132" sldId="274"/>
            <ac:spMk id="2" creationId="{439B77F7-79DE-9B55-9C7F-98C535127E54}"/>
          </ac:spMkLst>
        </pc:spChg>
        <pc:spChg chg="mod">
          <ac:chgData name="pritam adhikari" userId="b110053650bdc76b" providerId="LiveId" clId="{728A3D8C-E2E5-4179-9B0D-536DD49DE2B6}" dt="2025-01-05T15:56:53.881" v="503" actId="6549"/>
          <ac:spMkLst>
            <pc:docMk/>
            <pc:sldMk cId="45302132" sldId="274"/>
            <ac:spMk id="3" creationId="{119064E4-8832-5289-3731-4EB424120CE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86B39-C0E5-9E5F-050A-4D3B1DF65A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150E21-C1E7-27DF-2996-6BC498A08F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BCCC71-350E-B60E-7E08-A4A7425CB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B20EF-E2DF-4732-9CEC-ABC681F313A2}" type="datetimeFigureOut">
              <a:rPr lang="en-IN" smtClean="0"/>
              <a:t>05-01-2025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E6237B-C439-3729-9A92-4CB08718A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937823-4211-E01E-8CB6-F9F73D948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A5565-2C9A-4F25-9440-F5B7EB0246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0801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E7433-7E53-483B-5BC7-8897A2A4F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FA151-54E4-502C-049C-7D97A803F5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EE3922-DC1E-D9FA-EC0A-D9763C8EA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B20EF-E2DF-4732-9CEC-ABC681F313A2}" type="datetimeFigureOut">
              <a:rPr lang="en-IN" smtClean="0"/>
              <a:t>05-01-2025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9781E6-A747-6402-8F9D-A6BB403D2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33DF9-8EDE-B22C-152C-E78333A0E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A5565-2C9A-4F25-9440-F5B7EB0246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1549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039D0-BE37-BCDA-2C5E-43D3C2024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F77CA7-355F-657A-56A6-4B6A10540A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DDB49-16FE-06AA-A352-DE193595D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B20EF-E2DF-4732-9CEC-ABC681F313A2}" type="datetimeFigureOut">
              <a:rPr lang="en-IN" smtClean="0"/>
              <a:t>05-01-2025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927B8-20FF-6887-CF0F-5E0C66535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B248A2-BFC9-2039-DA83-043A0A9CC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A5565-2C9A-4F25-9440-F5B7EB0246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1833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5019F-EE4D-DD24-081E-C780BA7F2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1938-4D90-D8D6-3C9D-6520B17D5B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4200CA-E50B-8C93-3DAB-6BE7270BD0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31C764-570D-972A-CA8D-8A9E67B5A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B20EF-E2DF-4732-9CEC-ABC681F313A2}" type="datetimeFigureOut">
              <a:rPr lang="en-IN" smtClean="0"/>
              <a:t>05-01-2025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023AF1-A3B0-ADB1-3425-CA31C6D74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57BB7C-FBF7-2DC9-35ED-88853D988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A5565-2C9A-4F25-9440-F5B7EB0246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800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05999-925A-6E99-DE10-715F9696E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D5F587-1744-ACC8-C0FA-39E29B5C88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262A84-3739-EF81-BE3F-AD80672740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D19973-26C4-3078-9FF9-2FDEDED29A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2C2436-C592-83EF-070F-14875B83CF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D0B944-E316-0791-FFD5-C9712FE20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B20EF-E2DF-4732-9CEC-ABC681F313A2}" type="datetimeFigureOut">
              <a:rPr lang="en-IN" smtClean="0"/>
              <a:t>05-01-2025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313ED3-40C6-F9B9-5C24-ABC7FB2AF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54B059-C163-3B33-3267-BB4FB9B63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A5565-2C9A-4F25-9440-F5B7EB0246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1834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15BFA-3612-CD2E-F8CB-C520746C9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C3283B-B5AD-842C-F73C-9678A0480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B20EF-E2DF-4732-9CEC-ABC681F313A2}" type="datetimeFigureOut">
              <a:rPr lang="en-IN" smtClean="0"/>
              <a:t>05-01-2025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07FB6F-64CF-BAC8-5462-021EE395F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58AE7B-5A06-2117-C929-C193717C6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A5565-2C9A-4F25-9440-F5B7EB0246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3118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6F9F0E-F7F4-4B5E-A3E9-A854926BC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B20EF-E2DF-4732-9CEC-ABC681F313A2}" type="datetimeFigureOut">
              <a:rPr lang="en-IN" smtClean="0"/>
              <a:t>05-01-2025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49F006-8E32-C3DF-525A-C49E69043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33F34E-733E-9EE5-D4F2-F1A1695E7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A5565-2C9A-4F25-9440-F5B7EB0246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021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B1846-CE37-56A9-E035-211113802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F1374-04FC-C122-98B9-C32DC38F1B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FC3E10-6C89-EAB2-5D17-23A56765EB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DC5329-1E65-DD2B-0E3F-F3D0514BC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B20EF-E2DF-4732-9CEC-ABC681F313A2}" type="datetimeFigureOut">
              <a:rPr lang="en-IN" smtClean="0"/>
              <a:t>05-01-2025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0538F2-6867-CE55-51FF-8A4A2F638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E019A1-A018-867B-D725-D2D10918D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A5565-2C9A-4F25-9440-F5B7EB0246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4251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C2A2F-0FAA-3152-681A-A01A3B1BF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ABF90F-2AEE-D3B8-6F5F-F207CB29F3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F96D74-3020-C9F1-710C-A1D67A8C78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17983D-746D-5156-2D8A-D9F80883D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B20EF-E2DF-4732-9CEC-ABC681F313A2}" type="datetimeFigureOut">
              <a:rPr lang="en-IN" smtClean="0"/>
              <a:t>05-01-2025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C3BA99-F87F-1DC4-6525-5F69271FF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2D3D1B-80C6-20E6-530F-3FA3F6FA4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A5565-2C9A-4F25-9440-F5B7EB0246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3274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E14F7-CB0E-D507-BAE2-A25F40E70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2DBFF9-64EC-34D9-3BB6-7FFCBC861C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71AA3A-2713-D86D-0256-64B5F6BD0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B20EF-E2DF-4732-9CEC-ABC681F313A2}" type="datetimeFigureOut">
              <a:rPr lang="en-IN" smtClean="0"/>
              <a:t>05-01-2025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8D7D07-72C5-71A9-A2F0-7A0DD38C3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8718F7-3B37-D5E5-A849-36D5CEAB2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A5565-2C9A-4F25-9440-F5B7EB0246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5696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98F9A9-22E7-0E9F-2466-CA2275A575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C16854-423C-EB05-6DEC-87169563FC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8DDB0-D7F3-94EE-B0DE-29CA6D612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B20EF-E2DF-4732-9CEC-ABC681F313A2}" type="datetimeFigureOut">
              <a:rPr lang="en-IN" smtClean="0"/>
              <a:t>05-01-2025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734800-63A9-C064-C488-6B7A38980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EC50DA-3805-74D2-807E-6DEAC57E1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A5565-2C9A-4F25-9440-F5B7EB0246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6035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713A60-1E52-8DFE-F573-94D3C5700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4344C5-B678-BB3D-BB79-CA46BAB811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A6D558-712A-86BE-BE86-498DB40CAB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8B20EF-E2DF-4732-9CEC-ABC681F313A2}" type="datetimeFigureOut">
              <a:rPr lang="en-IN" smtClean="0"/>
              <a:t>05-01-2025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3A1755-B0FB-47E0-0100-43FB0C1204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14DCEB-E98C-8A78-79F9-8B59C57DF5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7A5565-2C9A-4F25-9440-F5B7EB0246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5682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eeksforgeeks.org/what-is-jk-flip-flop/" TargetMode="External"/><Relationship Id="rId3" Type="http://schemas.openxmlformats.org/officeDocument/2006/relationships/hyperlink" Target="https://www.geeksforgeeks.org/not-gate/" TargetMode="External"/><Relationship Id="rId7" Type="http://schemas.openxmlformats.org/officeDocument/2006/relationships/hyperlink" Target="https://www.geeksforgeeks.org/d-flip-flop/" TargetMode="External"/><Relationship Id="rId2" Type="http://schemas.openxmlformats.org/officeDocument/2006/relationships/hyperlink" Target="https://www.geeksforgeeks.org/nor-gate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eeksforgeeks.org/counters-in-digital-logic/" TargetMode="External"/><Relationship Id="rId5" Type="http://schemas.openxmlformats.org/officeDocument/2006/relationships/hyperlink" Target="https://www.geeksforgeeks.org/what-is-nand-gate/" TargetMode="External"/><Relationship Id="rId4" Type="http://schemas.openxmlformats.org/officeDocument/2006/relationships/hyperlink" Target="https://www.geeksforgeeks.org/and-gate/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B77F7-79DE-9B55-9C7F-98C535127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82297"/>
            <a:ext cx="11512296" cy="1197863"/>
          </a:xfrm>
        </p:spPr>
        <p:txBody>
          <a:bodyPr>
            <a:normAutofit fontScale="90000"/>
          </a:bodyPr>
          <a:lstStyle/>
          <a:p>
            <a:pPr algn="ctr"/>
            <a:br>
              <a:rPr lang="en-IN" b="1" i="0" dirty="0">
                <a:effectLst/>
                <a:latin typeface="Nunito" pitchFamily="2" charset="0"/>
              </a:rPr>
            </a:br>
            <a:r>
              <a:rPr lang="en-IN" b="1" i="0" dirty="0">
                <a:effectLst/>
                <a:latin typeface="Nunito" pitchFamily="2" charset="0"/>
              </a:rPr>
              <a:t>Sequential Circuit</a:t>
            </a:r>
            <a:br>
              <a:rPr lang="en-IN" b="1" i="0" dirty="0">
                <a:solidFill>
                  <a:srgbClr val="FFFFFF"/>
                </a:solidFill>
                <a:effectLst/>
                <a:latin typeface="Nunito" pitchFamily="2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064E4-8832-5289-3731-4EB424120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426464"/>
            <a:ext cx="11512296" cy="5111496"/>
          </a:xfrm>
        </p:spPr>
        <p:txBody>
          <a:bodyPr/>
          <a:lstStyle/>
          <a:p>
            <a:pPr algn="just"/>
            <a:r>
              <a:rPr lang="en-US" b="0" i="0" dirty="0">
                <a:effectLst/>
                <a:latin typeface="Nunito" pitchFamily="2" charset="0"/>
              </a:rPr>
              <a:t>Sequential circuits are digital circuits that store and use previous state information to determine their next state. </a:t>
            </a:r>
          </a:p>
          <a:p>
            <a:pPr algn="just"/>
            <a:r>
              <a:rPr lang="en-US" b="0" i="0" dirty="0">
                <a:effectLst/>
                <a:latin typeface="Nunito" pitchFamily="2" charset="0"/>
              </a:rPr>
              <a:t>They are commonly used in digital systems to implement state machines, timers, counters, and memory elements and are essential components in digital systems design.</a:t>
            </a:r>
          </a:p>
          <a:p>
            <a:pPr marL="0" indent="0" algn="just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239EFC-B792-4761-3D66-0A9C7B7ED4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1696" y="3558838"/>
            <a:ext cx="4956764" cy="3299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050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B77F7-79DE-9B55-9C7F-98C535127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36" y="82297"/>
            <a:ext cx="11655552" cy="1764791"/>
          </a:xfrm>
        </p:spPr>
        <p:txBody>
          <a:bodyPr>
            <a:normAutofit fontScale="90000"/>
          </a:bodyPr>
          <a:lstStyle/>
          <a:p>
            <a:pPr algn="ctr"/>
            <a:br>
              <a:rPr lang="en-IN" b="1" i="0" dirty="0">
                <a:effectLst/>
                <a:latin typeface="Nunito" pitchFamily="2" charset="0"/>
              </a:rPr>
            </a:br>
            <a:r>
              <a:rPr lang="en-US" b="1" i="0" dirty="0">
                <a:effectLst/>
                <a:latin typeface="Nunito" pitchFamily="2" charset="0"/>
              </a:rPr>
              <a:t>Difference between Combinational and Sequential Circuit</a:t>
            </a:r>
            <a:br>
              <a:rPr lang="en-US" b="1" i="0" dirty="0">
                <a:effectLst/>
                <a:latin typeface="Nunito" pitchFamily="2" charset="0"/>
              </a:rPr>
            </a:br>
            <a:br>
              <a:rPr lang="en-IN" b="1" i="0" dirty="0">
                <a:effectLst/>
                <a:latin typeface="Nunito" pitchFamily="2" charset="0"/>
              </a:rPr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83E2582-7FCB-B30C-89C9-02F2CCD719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2587259"/>
              </p:ext>
            </p:extLst>
          </p:nvPr>
        </p:nvGraphicFramePr>
        <p:xfrm>
          <a:off x="422148" y="1426464"/>
          <a:ext cx="11347704" cy="5065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6936">
                  <a:extLst>
                    <a:ext uri="{9D8B030D-6E8A-4147-A177-3AD203B41FA5}">
                      <a16:colId xmlns:a16="http://schemas.microsoft.com/office/drawing/2014/main" val="1255697759"/>
                    </a:ext>
                  </a:extLst>
                </a:gridCol>
                <a:gridCol w="4314444">
                  <a:extLst>
                    <a:ext uri="{9D8B030D-6E8A-4147-A177-3AD203B41FA5}">
                      <a16:colId xmlns:a16="http://schemas.microsoft.com/office/drawing/2014/main" val="2596177695"/>
                    </a:ext>
                  </a:extLst>
                </a:gridCol>
                <a:gridCol w="4116324">
                  <a:extLst>
                    <a:ext uri="{9D8B030D-6E8A-4147-A177-3AD203B41FA5}">
                      <a16:colId xmlns:a16="http://schemas.microsoft.com/office/drawing/2014/main" val="447477429"/>
                    </a:ext>
                  </a:extLst>
                </a:gridCol>
              </a:tblGrid>
              <a:tr h="480887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1600" b="1">
                          <a:solidFill>
                            <a:schemeClr val="tx1"/>
                          </a:solidFill>
                          <a:effectLst/>
                        </a:rPr>
                        <a:t>Aspect</a:t>
                      </a:r>
                    </a:p>
                  </a:txBody>
                  <a:tcPr marL="38100" marR="38100" marT="63500" marB="6350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1600" b="1" dirty="0">
                          <a:solidFill>
                            <a:schemeClr val="tx1"/>
                          </a:solidFill>
                          <a:effectLst/>
                        </a:rPr>
                        <a:t>Combinational Circuit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1600" b="1" dirty="0">
                          <a:solidFill>
                            <a:schemeClr val="tx1"/>
                          </a:solidFill>
                          <a:effectLst/>
                        </a:rPr>
                        <a:t>Sequential Circuit</a:t>
                      </a: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2505603267"/>
                  </a:ext>
                </a:extLst>
              </a:tr>
              <a:tr h="724623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2000" b="1" dirty="0">
                          <a:effectLst/>
                        </a:rPr>
                        <a:t>Definition</a:t>
                      </a:r>
                    </a:p>
                  </a:txBody>
                  <a:tcPr marL="38100" marR="38100" marT="38164" marB="38164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400" b="1" dirty="0">
                          <a:effectLst/>
                        </a:rPr>
                        <a:t>Output depends only on the current inputs.</a:t>
                      </a:r>
                    </a:p>
                  </a:txBody>
                  <a:tcPr marL="63500" marR="63500" marT="88900" marB="8890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400" b="1" dirty="0">
                          <a:effectLst/>
                        </a:rPr>
                        <a:t>Output depends on both current inputs and past states (memory).</a:t>
                      </a:r>
                    </a:p>
                  </a:txBody>
                  <a:tcPr marL="63500" marR="63500" marT="88900" marB="88900" anchor="ctr"/>
                </a:tc>
                <a:extLst>
                  <a:ext uri="{0D108BD9-81ED-4DB2-BD59-A6C34878D82A}">
                    <a16:rowId xmlns:a16="http://schemas.microsoft.com/office/drawing/2014/main" val="3390415134"/>
                  </a:ext>
                </a:extLst>
              </a:tr>
              <a:tr h="480887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2000" b="1">
                          <a:effectLst/>
                        </a:rPr>
                        <a:t>Memory Elements</a:t>
                      </a:r>
                    </a:p>
                  </a:txBody>
                  <a:tcPr marL="38100" marR="38100" marT="38164" marB="38164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400" b="1" dirty="0">
                          <a:effectLst/>
                        </a:rPr>
                        <a:t>Does not require memory elements.</a:t>
                      </a:r>
                    </a:p>
                  </a:txBody>
                  <a:tcPr marL="63500" marR="63500" marT="88900" marB="8890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400" b="1">
                          <a:effectLst/>
                        </a:rPr>
                        <a:t>Requires memory elements like flip-flops or latches.</a:t>
                      </a:r>
                    </a:p>
                  </a:txBody>
                  <a:tcPr marL="63500" marR="63500" marT="88900" marB="88900" anchor="ctr"/>
                </a:tc>
                <a:extLst>
                  <a:ext uri="{0D108BD9-81ED-4DB2-BD59-A6C34878D82A}">
                    <a16:rowId xmlns:a16="http://schemas.microsoft.com/office/drawing/2014/main" val="4289665992"/>
                  </a:ext>
                </a:extLst>
              </a:tr>
              <a:tr h="724623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2000" b="1">
                          <a:effectLst/>
                        </a:rPr>
                        <a:t>Timing Dependency</a:t>
                      </a:r>
                    </a:p>
                  </a:txBody>
                  <a:tcPr marL="38100" marR="38100" marT="38164" marB="38164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400" b="1">
                          <a:effectLst/>
                        </a:rPr>
                        <a:t>Output is immediate, based on input changes.</a:t>
                      </a:r>
                    </a:p>
                  </a:txBody>
                  <a:tcPr marL="63500" marR="63500" marT="88900" marB="8890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400" b="1" dirty="0">
                          <a:effectLst/>
                        </a:rPr>
                        <a:t>Output is dependent on clock pulses and previous states.</a:t>
                      </a:r>
                    </a:p>
                  </a:txBody>
                  <a:tcPr marL="63500" marR="63500" marT="88900" marB="88900" anchor="ctr"/>
                </a:tc>
                <a:extLst>
                  <a:ext uri="{0D108BD9-81ED-4DB2-BD59-A6C34878D82A}">
                    <a16:rowId xmlns:a16="http://schemas.microsoft.com/office/drawing/2014/main" val="1233003012"/>
                  </a:ext>
                </a:extLst>
              </a:tr>
              <a:tr h="480887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2000" b="1">
                          <a:effectLst/>
                        </a:rPr>
                        <a:t>Clock Signal</a:t>
                      </a:r>
                    </a:p>
                  </a:txBody>
                  <a:tcPr marL="38100" marR="38100" marT="38164" marB="38164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1400" b="1">
                          <a:effectLst/>
                        </a:rPr>
                        <a:t>No clock signal required.</a:t>
                      </a:r>
                    </a:p>
                  </a:txBody>
                  <a:tcPr marL="63500" marR="63500" marT="88900" marB="8890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400" b="1">
                          <a:effectLst/>
                        </a:rPr>
                        <a:t>Requires a clock signal to synchronize state changes.</a:t>
                      </a:r>
                    </a:p>
                  </a:txBody>
                  <a:tcPr marL="63500" marR="63500" marT="88900" marB="88900" anchor="ctr"/>
                </a:tc>
                <a:extLst>
                  <a:ext uri="{0D108BD9-81ED-4DB2-BD59-A6C34878D82A}">
                    <a16:rowId xmlns:a16="http://schemas.microsoft.com/office/drawing/2014/main" val="1767851962"/>
                  </a:ext>
                </a:extLst>
              </a:tr>
              <a:tr h="724623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2000" b="1">
                          <a:effectLst/>
                        </a:rPr>
                        <a:t>Design Complexity</a:t>
                      </a:r>
                    </a:p>
                  </a:txBody>
                  <a:tcPr marL="38100" marR="38100" marT="38164" marB="38164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400" b="1">
                          <a:effectLst/>
                        </a:rPr>
                        <a:t>Simpler design without the need for memory.</a:t>
                      </a:r>
                    </a:p>
                  </a:txBody>
                  <a:tcPr marL="63500" marR="63500" marT="88900" marB="8890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400" b="1">
                          <a:effectLst/>
                        </a:rPr>
                        <a:t>More complex due to memory and clock management.</a:t>
                      </a:r>
                    </a:p>
                  </a:txBody>
                  <a:tcPr marL="63500" marR="63500" marT="88900" marB="88900" anchor="ctr"/>
                </a:tc>
                <a:extLst>
                  <a:ext uri="{0D108BD9-81ED-4DB2-BD59-A6C34878D82A}">
                    <a16:rowId xmlns:a16="http://schemas.microsoft.com/office/drawing/2014/main" val="1010432153"/>
                  </a:ext>
                </a:extLst>
              </a:tr>
              <a:tr h="724623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2000" b="1">
                          <a:effectLst/>
                        </a:rPr>
                        <a:t>Speed</a:t>
                      </a:r>
                    </a:p>
                  </a:txBody>
                  <a:tcPr marL="38100" marR="38100" marT="38164" marB="38164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400" b="1">
                          <a:effectLst/>
                        </a:rPr>
                        <a:t>Faster, as outputs change instantly with inputs.</a:t>
                      </a:r>
                    </a:p>
                  </a:txBody>
                  <a:tcPr marL="63500" marR="63500" marT="88900" marB="8890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400" b="1">
                          <a:effectLst/>
                        </a:rPr>
                        <a:t>Slower due to dependency on clock cycles and past states.</a:t>
                      </a:r>
                    </a:p>
                  </a:txBody>
                  <a:tcPr marL="63500" marR="63500" marT="88900" marB="88900" anchor="ctr"/>
                </a:tc>
                <a:extLst>
                  <a:ext uri="{0D108BD9-81ED-4DB2-BD59-A6C34878D82A}">
                    <a16:rowId xmlns:a16="http://schemas.microsoft.com/office/drawing/2014/main" val="268131951"/>
                  </a:ext>
                </a:extLst>
              </a:tr>
              <a:tr h="724623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2000" b="1">
                          <a:effectLst/>
                        </a:rPr>
                        <a:t>Functionality</a:t>
                      </a:r>
                    </a:p>
                  </a:txBody>
                  <a:tcPr marL="38100" marR="38100" marT="38164" marB="38164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400" b="1">
                          <a:effectLst/>
                        </a:rPr>
                        <a:t>Performs basic logical operations without sequence dependency.</a:t>
                      </a:r>
                    </a:p>
                  </a:txBody>
                  <a:tcPr marL="63500" marR="63500" marT="88900" marB="8890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400" b="1" dirty="0">
                          <a:effectLst/>
                        </a:rPr>
                        <a:t>Performs operations that require sequences or timed events.</a:t>
                      </a:r>
                    </a:p>
                  </a:txBody>
                  <a:tcPr marL="63500" marR="63500" marT="88900" marB="88900" anchor="ctr"/>
                </a:tc>
                <a:extLst>
                  <a:ext uri="{0D108BD9-81ED-4DB2-BD59-A6C34878D82A}">
                    <a16:rowId xmlns:a16="http://schemas.microsoft.com/office/drawing/2014/main" val="20890940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857958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B77F7-79DE-9B55-9C7F-98C535127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82297"/>
            <a:ext cx="11512296" cy="1197863"/>
          </a:xfrm>
        </p:spPr>
        <p:txBody>
          <a:bodyPr>
            <a:normAutofit fontScale="90000"/>
          </a:bodyPr>
          <a:lstStyle/>
          <a:p>
            <a:pPr algn="ctr"/>
            <a:br>
              <a:rPr lang="en-IN" b="1" i="0" dirty="0">
                <a:effectLst/>
                <a:latin typeface="Nunito" pitchFamily="2" charset="0"/>
              </a:rPr>
            </a:br>
            <a:r>
              <a:rPr lang="en-IN" b="1" i="0" dirty="0">
                <a:effectLst/>
                <a:latin typeface="Nunito" pitchFamily="2" charset="0"/>
              </a:rPr>
              <a:t>Clock signal</a:t>
            </a:r>
            <a:br>
              <a:rPr lang="en-IN" b="1" i="0" dirty="0">
                <a:solidFill>
                  <a:srgbClr val="FFFFFF"/>
                </a:solidFill>
                <a:effectLst/>
                <a:latin typeface="Nunito" pitchFamily="2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064E4-8832-5289-3731-4EB424120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426464"/>
            <a:ext cx="11512296" cy="5111496"/>
          </a:xfrm>
        </p:spPr>
        <p:txBody>
          <a:bodyPr/>
          <a:lstStyle/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Clock signal is a periodic signal .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We can represent the clock signal as a </a:t>
            </a:r>
            <a:r>
              <a:rPr lang="en-US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square/rectangular wave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 or trains of pulses.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 </a:t>
            </a:r>
            <a:r>
              <a:rPr lang="en-US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time period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will be equal to sum of ON time and OFF time.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56CCD0-77D4-06F5-B4B0-6C4914C8B7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216" y="4409774"/>
            <a:ext cx="5340096" cy="15372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213545D-79F9-E892-ECD8-611E909399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7911" y="4409774"/>
            <a:ext cx="5256583" cy="1445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151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B77F7-79DE-9B55-9C7F-98C535127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82297"/>
            <a:ext cx="11512296" cy="1197863"/>
          </a:xfrm>
        </p:spPr>
        <p:txBody>
          <a:bodyPr>
            <a:normAutofit fontScale="90000"/>
          </a:bodyPr>
          <a:lstStyle/>
          <a:p>
            <a:pPr algn="ctr"/>
            <a:br>
              <a:rPr lang="en-IN" b="1" i="0" dirty="0">
                <a:effectLst/>
                <a:latin typeface="Nunito" pitchFamily="2" charset="0"/>
              </a:rPr>
            </a:br>
            <a:br>
              <a:rPr lang="en-IN" b="1" i="0" dirty="0">
                <a:effectLst/>
                <a:latin typeface="Nunito" pitchFamily="2" charset="0"/>
              </a:rPr>
            </a:br>
            <a:r>
              <a:rPr lang="en-IN" b="0" i="0" dirty="0">
                <a:solidFill>
                  <a:srgbClr val="000000"/>
                </a:solidFill>
                <a:effectLst/>
                <a:latin typeface="var(--ff-lato)"/>
              </a:rPr>
              <a:t>Types of Triggering</a:t>
            </a:r>
            <a:br>
              <a:rPr lang="en-IN" b="0" i="0" dirty="0">
                <a:solidFill>
                  <a:srgbClr val="000000"/>
                </a:solidFill>
                <a:effectLst/>
                <a:latin typeface="var(--ff-lato)"/>
              </a:rPr>
            </a:br>
            <a:br>
              <a:rPr lang="en-IN" b="1" i="0" dirty="0">
                <a:solidFill>
                  <a:srgbClr val="FFFFFF"/>
                </a:solidFill>
                <a:effectLst/>
                <a:latin typeface="Nunito" pitchFamily="2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064E4-8832-5289-3731-4EB424120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426464"/>
            <a:ext cx="11512296" cy="5111496"/>
          </a:xfrm>
        </p:spPr>
        <p:txBody>
          <a:bodyPr/>
          <a:lstStyle/>
          <a:p>
            <a:pPr marL="514350" indent="-514350" algn="just">
              <a:buFont typeface="+mj-lt"/>
              <a:buAutoNum type="arabicParenR"/>
            </a:pPr>
            <a:r>
              <a:rPr lang="en-IN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Level Triggering</a:t>
            </a:r>
          </a:p>
          <a:p>
            <a:pPr marL="1085850" indent="-514350" algn="just">
              <a:buFont typeface="+mj-lt"/>
              <a:buAutoNum type="alphaLcParenR"/>
            </a:pPr>
            <a:r>
              <a:rPr lang="en-IN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Positive level Triggering</a:t>
            </a:r>
          </a:p>
          <a:p>
            <a:pPr marL="1085850" indent="-514350" algn="just">
              <a:buFont typeface="+mj-lt"/>
              <a:buAutoNum type="alphaLcParenR"/>
            </a:pPr>
            <a:r>
              <a:rPr lang="en-IN" dirty="0">
                <a:solidFill>
                  <a:srgbClr val="000000"/>
                </a:solidFill>
                <a:latin typeface="Verdana" panose="020B0604030504040204" pitchFamily="34" charset="0"/>
              </a:rPr>
              <a:t> Negative </a:t>
            </a:r>
            <a:r>
              <a:rPr lang="en-IN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level Triggering</a:t>
            </a:r>
          </a:p>
          <a:p>
            <a:pPr marL="514350" indent="-514350" algn="just">
              <a:buFont typeface="+mj-lt"/>
              <a:buAutoNum type="arabicParenR" startAt="2"/>
            </a:pPr>
            <a:r>
              <a:rPr lang="en-IN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Edge Triggering</a:t>
            </a:r>
          </a:p>
          <a:p>
            <a:pPr marL="1028700" indent="-514350" algn="just">
              <a:buFont typeface="+mj-lt"/>
              <a:buAutoNum type="alphaLcParenR"/>
            </a:pPr>
            <a:r>
              <a:rPr lang="en-IN" dirty="0">
                <a:solidFill>
                  <a:srgbClr val="000000"/>
                </a:solidFill>
                <a:latin typeface="Verdana" panose="020B0604030504040204" pitchFamily="34" charset="0"/>
              </a:rPr>
              <a:t>Positive Edge Triggering</a:t>
            </a:r>
          </a:p>
          <a:p>
            <a:pPr marL="1028700" indent="-514350" algn="just">
              <a:buFont typeface="+mj-lt"/>
              <a:buAutoNum type="alphaLcParenR"/>
            </a:pPr>
            <a:r>
              <a:rPr lang="en-IN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Negative Edge</a:t>
            </a:r>
            <a:r>
              <a:rPr lang="en-IN" dirty="0">
                <a:solidFill>
                  <a:srgbClr val="000000"/>
                </a:solidFill>
                <a:latin typeface="Verdana" panose="020B0604030504040204" pitchFamily="34" charset="0"/>
              </a:rPr>
              <a:t> Triggering</a:t>
            </a:r>
            <a:endParaRPr lang="en-IN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651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B77F7-79DE-9B55-9C7F-98C535127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82297"/>
            <a:ext cx="11512296" cy="1197863"/>
          </a:xfrm>
        </p:spPr>
        <p:txBody>
          <a:bodyPr>
            <a:normAutofit fontScale="90000"/>
          </a:bodyPr>
          <a:lstStyle/>
          <a:p>
            <a:pPr algn="ctr"/>
            <a:br>
              <a:rPr lang="en-IN" b="1" i="0" dirty="0">
                <a:effectLst/>
                <a:latin typeface="Nunito" pitchFamily="2" charset="0"/>
              </a:rPr>
            </a:br>
            <a:r>
              <a:rPr lang="en-US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Positive level triggering</a:t>
            </a:r>
            <a:br>
              <a:rPr lang="en-IN" b="1" i="0" dirty="0">
                <a:solidFill>
                  <a:srgbClr val="FFFFFF"/>
                </a:solidFill>
                <a:effectLst/>
                <a:latin typeface="Nunito" pitchFamily="2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064E4-8832-5289-3731-4EB424120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426464"/>
            <a:ext cx="11512296" cy="5111496"/>
          </a:xfrm>
        </p:spPr>
        <p:txBody>
          <a:bodyPr/>
          <a:lstStyle/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If the sequential circuit is operated with the clock signal when it is in </a:t>
            </a:r>
            <a:r>
              <a:rPr lang="en-US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Logic High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, then that type of triggering is known as </a:t>
            </a:r>
            <a:r>
              <a:rPr lang="en-US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Positive level triggering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A3BC9D-2F0F-0CD6-4DEA-A9C4FFEDBF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5996" y="3143214"/>
            <a:ext cx="7300008" cy="1695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410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B77F7-79DE-9B55-9C7F-98C535127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82297"/>
            <a:ext cx="11512296" cy="1197863"/>
          </a:xfrm>
        </p:spPr>
        <p:txBody>
          <a:bodyPr>
            <a:normAutofit fontScale="90000"/>
          </a:bodyPr>
          <a:lstStyle/>
          <a:p>
            <a:pPr algn="ctr"/>
            <a:br>
              <a:rPr lang="en-IN" b="1" i="0" dirty="0">
                <a:effectLst/>
                <a:latin typeface="Nunito" pitchFamily="2" charset="0"/>
              </a:rPr>
            </a:br>
            <a:r>
              <a:rPr lang="en-US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Negative level triggering</a:t>
            </a:r>
            <a:br>
              <a:rPr lang="en-IN" b="1" i="0" dirty="0">
                <a:solidFill>
                  <a:srgbClr val="FFFFFF"/>
                </a:solidFill>
                <a:effectLst/>
                <a:latin typeface="Nunito" pitchFamily="2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064E4-8832-5289-3731-4EB424120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426464"/>
            <a:ext cx="11512296" cy="5111496"/>
          </a:xfrm>
        </p:spPr>
        <p:txBody>
          <a:bodyPr/>
          <a:lstStyle/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If the sequential circuit is operated with the clock signal when it is in </a:t>
            </a:r>
            <a:r>
              <a:rPr lang="en-US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Logic Low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, then that type of triggering is known as </a:t>
            </a:r>
            <a:r>
              <a:rPr lang="en-US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Negative level triggering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F35A3B-5AC9-0483-A7C5-E285A7E345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1048" y="3095625"/>
            <a:ext cx="6549903" cy="1442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231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B77F7-79DE-9B55-9C7F-98C535127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82297"/>
            <a:ext cx="11512296" cy="1197863"/>
          </a:xfrm>
        </p:spPr>
        <p:txBody>
          <a:bodyPr>
            <a:normAutofit fontScale="90000"/>
          </a:bodyPr>
          <a:lstStyle/>
          <a:p>
            <a:pPr algn="ctr"/>
            <a:br>
              <a:rPr lang="en-IN" b="1" i="0" dirty="0">
                <a:effectLst/>
                <a:latin typeface="Nunito" pitchFamily="2" charset="0"/>
              </a:rPr>
            </a:br>
            <a:r>
              <a:rPr lang="en-US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Positive Edge Triggering</a:t>
            </a:r>
            <a:br>
              <a:rPr lang="en-IN" b="1" i="0" dirty="0">
                <a:solidFill>
                  <a:srgbClr val="FFFFFF"/>
                </a:solidFill>
                <a:effectLst/>
                <a:latin typeface="Nunito" pitchFamily="2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064E4-8832-5289-3731-4EB424120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426464"/>
            <a:ext cx="11512296" cy="5111496"/>
          </a:xfrm>
        </p:spPr>
        <p:txBody>
          <a:bodyPr/>
          <a:lstStyle/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If the sequential circuit is operated with the clock signal that is transitioning from Logic Low to Logic High, then that type of triggering is known as </a:t>
            </a:r>
            <a:r>
              <a:rPr lang="en-US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Positive Edge Triggering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 It is also called as rising edge triggering.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7FC932-39B6-996D-7E09-F103734327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1056" y="3429000"/>
            <a:ext cx="7247747" cy="1608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1057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B77F7-79DE-9B55-9C7F-98C535127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82297"/>
            <a:ext cx="11512296" cy="1197863"/>
          </a:xfrm>
        </p:spPr>
        <p:txBody>
          <a:bodyPr>
            <a:normAutofit fontScale="90000"/>
          </a:bodyPr>
          <a:lstStyle/>
          <a:p>
            <a:pPr algn="ctr"/>
            <a:br>
              <a:rPr lang="en-IN" b="1" i="0" dirty="0">
                <a:effectLst/>
                <a:latin typeface="Nunito" pitchFamily="2" charset="0"/>
              </a:rPr>
            </a:br>
            <a:r>
              <a:rPr lang="en-US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Negative Edge Triggering</a:t>
            </a:r>
            <a:br>
              <a:rPr lang="en-IN" b="1" i="0" dirty="0">
                <a:solidFill>
                  <a:srgbClr val="FFFFFF"/>
                </a:solidFill>
                <a:effectLst/>
                <a:latin typeface="Nunito" pitchFamily="2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064E4-8832-5289-3731-4EB424120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426464"/>
            <a:ext cx="11512296" cy="5111496"/>
          </a:xfrm>
        </p:spPr>
        <p:txBody>
          <a:bodyPr/>
          <a:lstStyle/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If the sequential circuit is operated with the clock signal that is transitioning from Logic High to Logic Low, then that type of triggering is known as </a:t>
            </a:r>
            <a:r>
              <a:rPr lang="en-US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Negative Edge Triggering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 It is also called as falling edge triggering.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FA3C73-74E5-E4A2-CFE9-E1C1A3B815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2282" y="3429000"/>
            <a:ext cx="6707436" cy="1527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8414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B77F7-79DE-9B55-9C7F-98C535127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82297"/>
            <a:ext cx="11512296" cy="1197863"/>
          </a:xfrm>
        </p:spPr>
        <p:txBody>
          <a:bodyPr>
            <a:normAutofit fontScale="90000"/>
          </a:bodyPr>
          <a:lstStyle/>
          <a:p>
            <a:pPr algn="ctr"/>
            <a:br>
              <a:rPr lang="en-IN" b="1" i="0" dirty="0">
                <a:effectLst/>
                <a:latin typeface="Nunito" pitchFamily="2" charset="0"/>
              </a:rPr>
            </a:br>
            <a:r>
              <a:rPr lang="en-US" b="1" i="0" dirty="0">
                <a:effectLst/>
                <a:latin typeface="Nunito" pitchFamily="2" charset="0"/>
              </a:rPr>
              <a:t>Latches</a:t>
            </a:r>
            <a:br>
              <a:rPr lang="en-IN" b="1" i="0" dirty="0">
                <a:solidFill>
                  <a:srgbClr val="FFFFFF"/>
                </a:solidFill>
                <a:effectLst/>
                <a:latin typeface="Nunito" pitchFamily="2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064E4-8832-5289-3731-4EB424120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426464"/>
            <a:ext cx="11512296" cy="5111496"/>
          </a:xfrm>
        </p:spPr>
        <p:txBody>
          <a:bodyPr/>
          <a:lstStyle/>
          <a:p>
            <a:pPr algn="just"/>
            <a:r>
              <a:rPr lang="en-US" b="0" i="0" dirty="0">
                <a:effectLst/>
                <a:latin typeface="Nunito" pitchFamily="2" charset="0"/>
              </a:rPr>
              <a:t>Latches are digital circuits that </a:t>
            </a:r>
            <a:r>
              <a:rPr lang="en-US" b="1" i="0" dirty="0">
                <a:effectLst/>
                <a:latin typeface="Nunito" pitchFamily="2" charset="0"/>
              </a:rPr>
              <a:t>store a single bit </a:t>
            </a:r>
            <a:r>
              <a:rPr lang="en-US" b="0" i="0" dirty="0">
                <a:effectLst/>
                <a:latin typeface="Nunito" pitchFamily="2" charset="0"/>
              </a:rPr>
              <a:t>of information and hold its value until it is updated by new input signals. They are used in digital systems as </a:t>
            </a:r>
            <a:r>
              <a:rPr lang="en-US" b="1" i="0" dirty="0">
                <a:effectLst/>
                <a:latin typeface="Nunito" pitchFamily="2" charset="0"/>
              </a:rPr>
              <a:t>temporary storage elements </a:t>
            </a:r>
            <a:r>
              <a:rPr lang="en-US" b="0" i="0" dirty="0">
                <a:effectLst/>
                <a:latin typeface="Nunito" pitchFamily="2" charset="0"/>
              </a:rPr>
              <a:t>to store </a:t>
            </a:r>
            <a:r>
              <a:rPr lang="en-US" b="1" i="0" dirty="0">
                <a:effectLst/>
                <a:latin typeface="Nunito" pitchFamily="2" charset="0"/>
              </a:rPr>
              <a:t>binary information</a:t>
            </a:r>
            <a:r>
              <a:rPr lang="en-US" b="0" i="0" dirty="0">
                <a:effectLst/>
                <a:latin typeface="Nunito" pitchFamily="2" charset="0"/>
              </a:rPr>
              <a:t>. Latches can be implemented using various digital logic gates, such as AND, OR, NOT, </a:t>
            </a:r>
            <a:r>
              <a:rPr lang="en-US" b="1" i="0" dirty="0">
                <a:effectLst/>
                <a:latin typeface="Nunito" pitchFamily="2" charset="0"/>
              </a:rPr>
              <a:t>NAND</a:t>
            </a:r>
            <a:r>
              <a:rPr lang="en-US" b="0" i="0" dirty="0">
                <a:effectLst/>
                <a:latin typeface="Nunito" pitchFamily="2" charset="0"/>
              </a:rPr>
              <a:t>, and </a:t>
            </a:r>
            <a:r>
              <a:rPr lang="en-US" b="1" i="0" dirty="0">
                <a:effectLst/>
                <a:latin typeface="Nunito" pitchFamily="2" charset="0"/>
              </a:rPr>
              <a:t>NOR</a:t>
            </a:r>
            <a:r>
              <a:rPr lang="en-US" b="0" i="0" dirty="0">
                <a:effectLst/>
                <a:latin typeface="Nunito" pitchFamily="2" charset="0"/>
              </a:rPr>
              <a:t> gates.</a:t>
            </a:r>
          </a:p>
          <a:p>
            <a:pPr algn="just"/>
            <a:r>
              <a:rPr lang="en-US" b="0" i="0" dirty="0">
                <a:effectLst/>
                <a:latin typeface="Nunito" pitchFamily="2" charset="0"/>
              </a:rPr>
              <a:t>Latches are widely used in digital systems for various applications, including </a:t>
            </a:r>
            <a:r>
              <a:rPr lang="en-US" b="1" i="0" dirty="0">
                <a:effectLst/>
                <a:latin typeface="Nunito" pitchFamily="2" charset="0"/>
              </a:rPr>
              <a:t>data storage, control circuits, and flip-flop circuits</a:t>
            </a:r>
            <a:r>
              <a:rPr lang="en-US" b="0" i="0" dirty="0">
                <a:effectLst/>
                <a:latin typeface="Nunito" pitchFamily="2" charset="0"/>
              </a:rPr>
              <a:t>. They are often used in combination with other digital circuits to </a:t>
            </a:r>
            <a:r>
              <a:rPr lang="en-US" b="1" i="0" dirty="0">
                <a:effectLst/>
                <a:latin typeface="Nunito" pitchFamily="2" charset="0"/>
              </a:rPr>
              <a:t>implement </a:t>
            </a:r>
            <a:r>
              <a:rPr lang="en-US" b="1" dirty="0">
                <a:latin typeface="Nunito" pitchFamily="2" charset="0"/>
              </a:rPr>
              <a:t>sequential circuits</a:t>
            </a:r>
            <a:r>
              <a:rPr lang="en-US" b="0" i="0" dirty="0">
                <a:effectLst/>
                <a:latin typeface="Nunito" pitchFamily="2" charset="0"/>
              </a:rPr>
              <a:t>, such as </a:t>
            </a:r>
            <a:r>
              <a:rPr lang="en-US" b="1" i="0" dirty="0">
                <a:effectLst/>
                <a:latin typeface="Nunito" pitchFamily="2" charset="0"/>
              </a:rPr>
              <a:t>state machines and memory elements.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988528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B77F7-79DE-9B55-9C7F-98C535127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60960"/>
            <a:ext cx="11512296" cy="1197863"/>
          </a:xfrm>
        </p:spPr>
        <p:txBody>
          <a:bodyPr>
            <a:normAutofit fontScale="90000"/>
          </a:bodyPr>
          <a:lstStyle/>
          <a:p>
            <a:pPr algn="ctr"/>
            <a:br>
              <a:rPr lang="en-IN" b="1" i="0" dirty="0">
                <a:effectLst/>
                <a:latin typeface="Nunito" pitchFamily="2" charset="0"/>
              </a:rPr>
            </a:br>
            <a:br>
              <a:rPr lang="en-IN" b="1" i="0" dirty="0">
                <a:solidFill>
                  <a:srgbClr val="FFFFFF"/>
                </a:solidFill>
                <a:effectLst/>
                <a:latin typeface="Nunito" pitchFamily="2" charset="0"/>
              </a:rPr>
            </a:b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ABABCE9-986C-A2D6-CC1B-3F4B97AF65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3075" y="1493928"/>
            <a:ext cx="8372474" cy="5207703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140E406-EE6C-9EA7-D97C-B389B8DD70DF}"/>
              </a:ext>
            </a:extLst>
          </p:cNvPr>
          <p:cNvSpPr txBox="1"/>
          <p:nvPr/>
        </p:nvSpPr>
        <p:spPr>
          <a:xfrm>
            <a:off x="2352675" y="266700"/>
            <a:ext cx="64960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/>
              <a:t>SR Latches using NOR gate</a:t>
            </a:r>
          </a:p>
        </p:txBody>
      </p:sp>
    </p:spTree>
    <p:extLst>
      <p:ext uri="{BB962C8B-B14F-4D97-AF65-F5344CB8AC3E}">
        <p14:creationId xmlns:p14="http://schemas.microsoft.com/office/powerpoint/2010/main" val="41292633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B77F7-79DE-9B55-9C7F-98C535127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82297"/>
            <a:ext cx="11512296" cy="1197863"/>
          </a:xfrm>
        </p:spPr>
        <p:txBody>
          <a:bodyPr>
            <a:normAutofit fontScale="90000"/>
          </a:bodyPr>
          <a:lstStyle/>
          <a:p>
            <a:pPr algn="ctr"/>
            <a:br>
              <a:rPr lang="en-IN" b="1" i="0" dirty="0">
                <a:effectLst/>
                <a:latin typeface="Nunito" pitchFamily="2" charset="0"/>
              </a:rPr>
            </a:br>
            <a:br>
              <a:rPr lang="en-IN" b="1" i="0" dirty="0">
                <a:effectLst/>
                <a:latin typeface="Nunito" pitchFamily="2" charset="0"/>
              </a:rPr>
            </a:br>
            <a:r>
              <a:rPr lang="en-IN" b="1" i="0" dirty="0">
                <a:effectLst/>
                <a:latin typeface="Nunito" pitchFamily="2" charset="0"/>
              </a:rPr>
              <a:t>SR Latches using NAND gate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4C2BE85-3F21-5CD5-D2E1-29853180D7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0850" y="1931391"/>
            <a:ext cx="6057900" cy="4327071"/>
          </a:xfrm>
        </p:spPr>
      </p:pic>
    </p:spTree>
    <p:extLst>
      <p:ext uri="{BB962C8B-B14F-4D97-AF65-F5344CB8AC3E}">
        <p14:creationId xmlns:p14="http://schemas.microsoft.com/office/powerpoint/2010/main" val="5611900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B77F7-79DE-9B55-9C7F-98C535127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82297"/>
            <a:ext cx="11512296" cy="1197863"/>
          </a:xfrm>
        </p:spPr>
        <p:txBody>
          <a:bodyPr>
            <a:normAutofit fontScale="90000"/>
          </a:bodyPr>
          <a:lstStyle/>
          <a:p>
            <a:pPr algn="ctr"/>
            <a:br>
              <a:rPr lang="en-IN" b="1" i="0" dirty="0">
                <a:effectLst/>
                <a:latin typeface="Nunito" pitchFamily="2" charset="0"/>
              </a:rPr>
            </a:br>
            <a:r>
              <a:rPr lang="en-IN" b="1" i="0" dirty="0">
                <a:effectLst/>
                <a:latin typeface="Nunito" pitchFamily="2" charset="0"/>
              </a:rPr>
              <a:t>FLIP FLOP</a:t>
            </a:r>
            <a:br>
              <a:rPr lang="en-IN" b="1" i="0" dirty="0">
                <a:solidFill>
                  <a:srgbClr val="FFFFFF"/>
                </a:solidFill>
                <a:effectLst/>
                <a:latin typeface="Nunito" pitchFamily="2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064E4-8832-5289-3731-4EB424120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426464"/>
            <a:ext cx="11512296" cy="5111496"/>
          </a:xfrm>
        </p:spPr>
        <p:txBody>
          <a:bodyPr/>
          <a:lstStyle/>
          <a:p>
            <a:pPr algn="just"/>
            <a:r>
              <a:rPr lang="en-IN" b="0" i="0" dirty="0">
                <a:effectLst/>
                <a:latin typeface="Nunito" pitchFamily="2" charset="0"/>
              </a:rPr>
              <a:t>basic digital memory circuit,</a:t>
            </a:r>
            <a:r>
              <a:rPr lang="en-US" b="0" i="0" dirty="0">
                <a:effectLst/>
                <a:latin typeface="Nunito" pitchFamily="2" charset="0"/>
              </a:rPr>
              <a:t>which </a:t>
            </a:r>
            <a:r>
              <a:rPr lang="en-US" b="1" i="0" dirty="0">
                <a:effectLst/>
                <a:latin typeface="Nunito" pitchFamily="2" charset="0"/>
              </a:rPr>
              <a:t>stores one bit </a:t>
            </a:r>
            <a:r>
              <a:rPr lang="en-US" b="0" i="0" dirty="0">
                <a:effectLst/>
                <a:latin typeface="Nunito" pitchFamily="2" charset="0"/>
              </a:rPr>
              <a:t>of information.</a:t>
            </a:r>
          </a:p>
          <a:p>
            <a:pPr algn="just"/>
            <a:r>
              <a:rPr lang="en-US" b="0" i="0" dirty="0">
                <a:effectLst/>
                <a:latin typeface="Nunito" pitchFamily="2" charset="0"/>
              </a:rPr>
              <a:t>It is also known as a </a:t>
            </a:r>
            <a:r>
              <a:rPr lang="en-US" b="1" i="0" dirty="0">
                <a:effectLst/>
                <a:latin typeface="Nunito" pitchFamily="2" charset="0"/>
              </a:rPr>
              <a:t>bistable multivibrator </a:t>
            </a:r>
            <a:r>
              <a:rPr lang="en-US" b="0" i="0" dirty="0">
                <a:effectLst/>
                <a:latin typeface="Nunito" pitchFamily="2" charset="0"/>
              </a:rPr>
              <a:t>or a binary or one-bit memory.</a:t>
            </a:r>
          </a:p>
          <a:p>
            <a:pPr algn="just"/>
            <a:r>
              <a:rPr lang="en-US" b="0" i="0" dirty="0">
                <a:effectLst/>
                <a:latin typeface="Nunito" pitchFamily="2" charset="0"/>
              </a:rPr>
              <a:t>The state of flip-flops changes at the active state of clock pulses and </a:t>
            </a:r>
            <a:r>
              <a:rPr lang="en-US" b="1" i="0" dirty="0">
                <a:effectLst/>
                <a:latin typeface="Nunito" pitchFamily="2" charset="0"/>
              </a:rPr>
              <a:t>remains unaffected </a:t>
            </a:r>
            <a:r>
              <a:rPr lang="en-US" b="0" i="0" dirty="0">
                <a:effectLst/>
                <a:latin typeface="Nunito" pitchFamily="2" charset="0"/>
              </a:rPr>
              <a:t>when the clock pulse is </a:t>
            </a:r>
            <a:r>
              <a:rPr lang="en-US" b="1" i="0" dirty="0">
                <a:effectLst/>
                <a:latin typeface="Nunito" pitchFamily="2" charset="0"/>
              </a:rPr>
              <a:t>not active</a:t>
            </a:r>
            <a:r>
              <a:rPr lang="en-US" b="0" i="0" dirty="0">
                <a:effectLst/>
                <a:latin typeface="Nunito" pitchFamily="2" charset="0"/>
              </a:rPr>
              <a:t>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73811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B77F7-79DE-9B55-9C7F-98C535127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82297"/>
            <a:ext cx="11512296" cy="1197863"/>
          </a:xfrm>
        </p:spPr>
        <p:txBody>
          <a:bodyPr>
            <a:normAutofit fontScale="90000"/>
          </a:bodyPr>
          <a:lstStyle/>
          <a:p>
            <a:pPr algn="ctr"/>
            <a:br>
              <a:rPr lang="en-IN" b="1" i="0" dirty="0">
                <a:effectLst/>
                <a:latin typeface="Nunito" pitchFamily="2" charset="0"/>
              </a:rPr>
            </a:br>
            <a:r>
              <a:rPr lang="en-IN" b="1" i="0" dirty="0">
                <a:effectLst/>
                <a:latin typeface="Nunito" pitchFamily="2" charset="0"/>
              </a:rPr>
              <a:t>Block Diagram of FLIP FLOP</a:t>
            </a:r>
            <a:br>
              <a:rPr lang="en-IN" b="1" i="0" dirty="0">
                <a:solidFill>
                  <a:srgbClr val="FFFFFF"/>
                </a:solidFill>
                <a:effectLst/>
                <a:latin typeface="Nunito" pitchFamily="2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064E4-8832-5289-3731-4EB424120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426464"/>
            <a:ext cx="11512296" cy="5111496"/>
          </a:xfrm>
        </p:spPr>
        <p:txBody>
          <a:bodyPr/>
          <a:lstStyle/>
          <a:p>
            <a:pPr algn="just"/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EBEFA6-44FF-DB7C-54A7-A6DD2E7C188B}"/>
              </a:ext>
            </a:extLst>
          </p:cNvPr>
          <p:cNvSpPr/>
          <p:nvPr/>
        </p:nvSpPr>
        <p:spPr>
          <a:xfrm>
            <a:off x="4514850" y="1943100"/>
            <a:ext cx="3200400" cy="33147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31A06894-044B-F66D-10ED-ADC639DAB74B}"/>
              </a:ext>
            </a:extLst>
          </p:cNvPr>
          <p:cNvSpPr/>
          <p:nvPr/>
        </p:nvSpPr>
        <p:spPr>
          <a:xfrm>
            <a:off x="2381250" y="2647950"/>
            <a:ext cx="2028825" cy="10382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FBBA92DA-F6A4-FDFE-C7EE-6F3721D89D92}"/>
              </a:ext>
            </a:extLst>
          </p:cNvPr>
          <p:cNvSpPr/>
          <p:nvPr/>
        </p:nvSpPr>
        <p:spPr>
          <a:xfrm>
            <a:off x="7781925" y="2390775"/>
            <a:ext cx="2028825" cy="10382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1E931FF-CE21-F002-9BE8-052FDBB5E217}"/>
              </a:ext>
            </a:extLst>
          </p:cNvPr>
          <p:cNvCxnSpPr/>
          <p:nvPr/>
        </p:nvCxnSpPr>
        <p:spPr>
          <a:xfrm>
            <a:off x="2743200" y="4419600"/>
            <a:ext cx="1666875" cy="0"/>
          </a:xfrm>
          <a:prstGeom prst="straightConnector1">
            <a:avLst/>
          </a:prstGeom>
          <a:ln>
            <a:tailEnd type="triangle"/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66D978D-AF9D-90A0-B53D-F702DE7A4008}"/>
              </a:ext>
            </a:extLst>
          </p:cNvPr>
          <p:cNvSpPr txBox="1"/>
          <p:nvPr/>
        </p:nvSpPr>
        <p:spPr>
          <a:xfrm>
            <a:off x="5438013" y="2914650"/>
            <a:ext cx="21526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Flip Flop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E78D9C-B9DF-9B7B-0276-4CFE90FFA23D}"/>
              </a:ext>
            </a:extLst>
          </p:cNvPr>
          <p:cNvSpPr txBox="1"/>
          <p:nvPr/>
        </p:nvSpPr>
        <p:spPr>
          <a:xfrm>
            <a:off x="2305050" y="2219325"/>
            <a:ext cx="1057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INPUTS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4EC28F-39C0-AF00-135C-F63E7F3DFEB4}"/>
              </a:ext>
            </a:extLst>
          </p:cNvPr>
          <p:cNvSpPr txBox="1"/>
          <p:nvPr/>
        </p:nvSpPr>
        <p:spPr>
          <a:xfrm>
            <a:off x="8195500" y="1943100"/>
            <a:ext cx="1057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OUTPUT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54E1DD-1728-7C12-F7C6-BBE7FAAA0D9D}"/>
              </a:ext>
            </a:extLst>
          </p:cNvPr>
          <p:cNvSpPr txBox="1"/>
          <p:nvPr/>
        </p:nvSpPr>
        <p:spPr>
          <a:xfrm>
            <a:off x="2843212" y="4637389"/>
            <a:ext cx="1057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CLOCK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08FE14-15FC-7837-C2D2-6A8DD6B669D2}"/>
              </a:ext>
            </a:extLst>
          </p:cNvPr>
          <p:cNvSpPr txBox="1"/>
          <p:nvPr/>
        </p:nvSpPr>
        <p:spPr>
          <a:xfrm>
            <a:off x="8233600" y="4873109"/>
            <a:ext cx="1057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OUTPUT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B3E9EC63-697D-FC0C-88CA-11D99E878592}"/>
              </a:ext>
            </a:extLst>
          </p:cNvPr>
          <p:cNvSpPr/>
          <p:nvPr/>
        </p:nvSpPr>
        <p:spPr>
          <a:xfrm>
            <a:off x="7762112" y="3686175"/>
            <a:ext cx="2028825" cy="10382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55651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B77F7-79DE-9B55-9C7F-98C535127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82297"/>
            <a:ext cx="11512296" cy="1197863"/>
          </a:xfrm>
        </p:spPr>
        <p:txBody>
          <a:bodyPr>
            <a:normAutofit fontScale="90000"/>
          </a:bodyPr>
          <a:lstStyle/>
          <a:p>
            <a:pPr algn="ctr"/>
            <a:br>
              <a:rPr lang="en-IN" b="1" i="0" dirty="0">
                <a:effectLst/>
                <a:latin typeface="Nunito" pitchFamily="2" charset="0"/>
              </a:rPr>
            </a:br>
            <a:br>
              <a:rPr lang="en-IN" b="1" i="0" dirty="0">
                <a:solidFill>
                  <a:srgbClr val="FFFFFF"/>
                </a:solidFill>
                <a:effectLst/>
                <a:latin typeface="Nunito" pitchFamily="2" charset="0"/>
              </a:rPr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4B973EB-A1D3-D697-9BD3-59AFF63CB5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6367594"/>
              </p:ext>
            </p:extLst>
          </p:nvPr>
        </p:nvGraphicFramePr>
        <p:xfrm>
          <a:off x="585787" y="371473"/>
          <a:ext cx="11020426" cy="61150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10213">
                  <a:extLst>
                    <a:ext uri="{9D8B030D-6E8A-4147-A177-3AD203B41FA5}">
                      <a16:colId xmlns:a16="http://schemas.microsoft.com/office/drawing/2014/main" val="1586216648"/>
                    </a:ext>
                  </a:extLst>
                </a:gridCol>
                <a:gridCol w="5510213">
                  <a:extLst>
                    <a:ext uri="{9D8B030D-6E8A-4147-A177-3AD203B41FA5}">
                      <a16:colId xmlns:a16="http://schemas.microsoft.com/office/drawing/2014/main" val="2875529000"/>
                    </a:ext>
                  </a:extLst>
                </a:gridCol>
              </a:tblGrid>
              <a:tr h="530796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2400" b="1" dirty="0">
                          <a:solidFill>
                            <a:schemeClr val="tx1"/>
                          </a:solidFill>
                          <a:effectLst/>
                        </a:rPr>
                        <a:t>Flip-Flop</a:t>
                      </a:r>
                    </a:p>
                  </a:txBody>
                  <a:tcPr marL="38100" marR="38100" marT="63500" marB="6350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2400" b="1" dirty="0">
                          <a:solidFill>
                            <a:schemeClr val="tx1"/>
                          </a:solidFill>
                          <a:effectLst/>
                        </a:rPr>
                        <a:t>Latch</a:t>
                      </a: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410090108"/>
                  </a:ext>
                </a:extLst>
              </a:tr>
              <a:tr h="799827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400" b="1">
                          <a:effectLst/>
                        </a:rPr>
                        <a:t>Flip-flop is a bistable device i.e., it has two stable states that are represented as 0 and 1.</a:t>
                      </a:r>
                    </a:p>
                  </a:txBody>
                  <a:tcPr marL="63500" marR="63500" marT="88900" marB="88900"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400" b="1">
                          <a:effectLst/>
                        </a:rPr>
                        <a:t>Latch is also a bistable device whose states are also represented as 0 and 1.</a:t>
                      </a:r>
                    </a:p>
                  </a:txBody>
                  <a:tcPr marL="63500" marR="63500" marT="88900" marB="88900" anchor="ctr"/>
                </a:tc>
                <a:extLst>
                  <a:ext uri="{0D108BD9-81ED-4DB2-BD59-A6C34878D82A}">
                    <a16:rowId xmlns:a16="http://schemas.microsoft.com/office/drawing/2014/main" val="1629841393"/>
                  </a:ext>
                </a:extLst>
              </a:tr>
              <a:tr h="799827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400" b="1" dirty="0">
                          <a:effectLst/>
                        </a:rPr>
                        <a:t>It checks the inputs but changes the output only at times defined by the clock signal or any other control signal.</a:t>
                      </a:r>
                    </a:p>
                  </a:txBody>
                  <a:tcPr marL="63500" marR="63500" marT="88900" marB="88900"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400" b="1">
                          <a:effectLst/>
                        </a:rPr>
                        <a:t>It checks the inputs continuously and responds to the changes in inputs immediately.</a:t>
                      </a:r>
                    </a:p>
                  </a:txBody>
                  <a:tcPr marL="63500" marR="63500" marT="88900" marB="88900" anchor="ctr"/>
                </a:tc>
                <a:extLst>
                  <a:ext uri="{0D108BD9-81ED-4DB2-BD59-A6C34878D82A}">
                    <a16:rowId xmlns:a16="http://schemas.microsoft.com/office/drawing/2014/main" val="1905368805"/>
                  </a:ext>
                </a:extLst>
              </a:tr>
              <a:tr h="530796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400" b="1">
                          <a:effectLst/>
                        </a:rPr>
                        <a:t>It is a edge triggered device.</a:t>
                      </a:r>
                    </a:p>
                  </a:txBody>
                  <a:tcPr marL="63500" marR="63500" marT="88900" marB="88900"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400" b="1">
                          <a:effectLst/>
                        </a:rPr>
                        <a:t>It is a level triggered device.</a:t>
                      </a:r>
                    </a:p>
                  </a:txBody>
                  <a:tcPr marL="63500" marR="63500" marT="88900" marB="88900" anchor="ctr"/>
                </a:tc>
                <a:extLst>
                  <a:ext uri="{0D108BD9-81ED-4DB2-BD59-A6C34878D82A}">
                    <a16:rowId xmlns:a16="http://schemas.microsoft.com/office/drawing/2014/main" val="2134855086"/>
                  </a:ext>
                </a:extLst>
              </a:tr>
              <a:tr h="530796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Gates like </a:t>
                      </a:r>
                      <a:r>
                        <a:rPr lang="en-US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NOR</a:t>
                      </a:r>
                      <a:r>
                        <a:rPr lang="en-US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en-US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 NOT</a:t>
                      </a:r>
                      <a:r>
                        <a:rPr lang="en-US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US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AND</a:t>
                      </a:r>
                      <a:r>
                        <a:rPr lang="en-US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US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NAND</a:t>
                      </a:r>
                      <a:r>
                        <a:rPr lang="en-US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are building blocks of flip flops.</a:t>
                      </a:r>
                    </a:p>
                  </a:txBody>
                  <a:tcPr marL="63500" marR="63500" marT="88900" marB="88900"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400" b="1" dirty="0">
                          <a:effectLst/>
                        </a:rPr>
                        <a:t>These are also made up of gates.</a:t>
                      </a:r>
                    </a:p>
                  </a:txBody>
                  <a:tcPr marL="63500" marR="63500" marT="88900" marB="88900" anchor="ctr"/>
                </a:tc>
                <a:extLst>
                  <a:ext uri="{0D108BD9-81ED-4DB2-BD59-A6C34878D82A}">
                    <a16:rowId xmlns:a16="http://schemas.microsoft.com/office/drawing/2014/main" val="1149657807"/>
                  </a:ext>
                </a:extLst>
              </a:tr>
              <a:tr h="530796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They are classified into asynchronous or synchronous flipflops.</a:t>
                      </a:r>
                    </a:p>
                  </a:txBody>
                  <a:tcPr marL="63500" marR="63500" marT="88900" marB="88900"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400" b="1">
                          <a:effectLst/>
                        </a:rPr>
                        <a:t>There is no such classification in latches</a:t>
                      </a:r>
                    </a:p>
                  </a:txBody>
                  <a:tcPr marL="63500" marR="63500" marT="88900" marB="88900" anchor="ctr"/>
                </a:tc>
                <a:extLst>
                  <a:ext uri="{0D108BD9-81ED-4DB2-BD59-A6C34878D82A}">
                    <a16:rowId xmlns:a16="http://schemas.microsoft.com/office/drawing/2014/main" val="3693989248"/>
                  </a:ext>
                </a:extLst>
              </a:tr>
              <a:tr h="799827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 forms the building blocks of many sequential circuits like </a:t>
                      </a:r>
                      <a:r>
                        <a:rPr lang="en-US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counters</a:t>
                      </a:r>
                      <a:r>
                        <a:rPr lang="en-US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63500" marR="63500" marT="88900" marB="88900"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400" b="1" dirty="0">
                          <a:effectLst/>
                        </a:rPr>
                        <a:t>These can be used for the designing of sequential circuits but are not generally preferred.</a:t>
                      </a:r>
                    </a:p>
                  </a:txBody>
                  <a:tcPr marL="63500" marR="63500" marT="88900" marB="88900" anchor="ctr"/>
                </a:tc>
                <a:extLst>
                  <a:ext uri="{0D108BD9-81ED-4DB2-BD59-A6C34878D82A}">
                    <a16:rowId xmlns:a16="http://schemas.microsoft.com/office/drawing/2014/main" val="1347704775"/>
                  </a:ext>
                </a:extLst>
              </a:tr>
              <a:tr h="530796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Flip-flop always have a clock signal</a:t>
                      </a:r>
                    </a:p>
                  </a:txBody>
                  <a:tcPr marL="63500" marR="63500" marT="88900" marB="88900"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400" b="1" dirty="0">
                          <a:effectLst/>
                        </a:rPr>
                        <a:t>Latches doesn’t have a clock signal</a:t>
                      </a:r>
                    </a:p>
                  </a:txBody>
                  <a:tcPr marL="63500" marR="63500" marT="88900" marB="88900" anchor="ctr"/>
                </a:tc>
                <a:extLst>
                  <a:ext uri="{0D108BD9-81ED-4DB2-BD59-A6C34878D82A}">
                    <a16:rowId xmlns:a16="http://schemas.microsoft.com/office/drawing/2014/main" val="1786187415"/>
                  </a:ext>
                </a:extLst>
              </a:tr>
              <a:tr h="530796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Flip-flop can be build from Latches</a:t>
                      </a:r>
                    </a:p>
                  </a:txBody>
                  <a:tcPr marL="63500" marR="63500" marT="88900" marB="88900"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400" b="1">
                          <a:effectLst/>
                        </a:rPr>
                        <a:t>Latches can be build from gates</a:t>
                      </a:r>
                    </a:p>
                  </a:txBody>
                  <a:tcPr marL="63500" marR="63500" marT="88900" marB="88900" anchor="ctr"/>
                </a:tc>
                <a:extLst>
                  <a:ext uri="{0D108BD9-81ED-4DB2-BD59-A6C34878D82A}">
                    <a16:rowId xmlns:a16="http://schemas.microsoft.com/office/drawing/2014/main" val="2928054084"/>
                  </a:ext>
                </a:extLst>
              </a:tr>
              <a:tr h="530796">
                <a:tc>
                  <a:txBody>
                    <a:bodyPr/>
                    <a:lstStyle/>
                    <a:p>
                      <a:pPr algn="l" rtl="0" fontAlgn="base"/>
                      <a:r>
                        <a:rPr lang="en-IN" sz="14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ex:</a:t>
                      </a:r>
                      <a:r>
                        <a:rPr lang="en-IN" sz="14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D</a:t>
                      </a:r>
                      <a:r>
                        <a:rPr lang="en-I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 Flip-flop</a:t>
                      </a:r>
                      <a:r>
                        <a:rPr lang="en-I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I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8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JK Flip-flop</a:t>
                      </a:r>
                      <a:endParaRPr lang="en-IN" sz="14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88900" marB="88900"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IN" sz="1400" b="1" dirty="0" err="1">
                          <a:effectLst/>
                        </a:rPr>
                        <a:t>ex:SR</a:t>
                      </a:r>
                      <a:r>
                        <a:rPr lang="en-IN" sz="1400" b="1" dirty="0">
                          <a:effectLst/>
                        </a:rPr>
                        <a:t> Latch, D Latch</a:t>
                      </a:r>
                    </a:p>
                  </a:txBody>
                  <a:tcPr marL="63500" marR="63500" marT="88900" marB="88900" anchor="ctr"/>
                </a:tc>
                <a:extLst>
                  <a:ext uri="{0D108BD9-81ED-4DB2-BD59-A6C34878D82A}">
                    <a16:rowId xmlns:a16="http://schemas.microsoft.com/office/drawing/2014/main" val="22742307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37265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B77F7-79DE-9B55-9C7F-98C535127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82297"/>
            <a:ext cx="11512296" cy="1197863"/>
          </a:xfrm>
        </p:spPr>
        <p:txBody>
          <a:bodyPr>
            <a:normAutofit fontScale="90000"/>
          </a:bodyPr>
          <a:lstStyle/>
          <a:p>
            <a:pPr algn="ctr"/>
            <a:br>
              <a:rPr lang="en-IN" b="1" i="0">
                <a:effectLst/>
                <a:latin typeface="Nunito" pitchFamily="2" charset="0"/>
              </a:rPr>
            </a:br>
            <a:r>
              <a:rPr lang="en-IN" b="1" i="0">
                <a:effectLst/>
                <a:latin typeface="Nunito" pitchFamily="2" charset="0"/>
              </a:rPr>
              <a:t>SR- </a:t>
            </a:r>
            <a:r>
              <a:rPr lang="en-IN" b="1" i="0" dirty="0">
                <a:effectLst/>
                <a:latin typeface="Nunito" pitchFamily="2" charset="0"/>
              </a:rPr>
              <a:t>FLIP FLOP</a:t>
            </a:r>
            <a:br>
              <a:rPr lang="en-IN" b="1" i="0" dirty="0">
                <a:solidFill>
                  <a:srgbClr val="FFFFFF"/>
                </a:solidFill>
                <a:effectLst/>
                <a:latin typeface="Nunito" pitchFamily="2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064E4-8832-5289-3731-4EB424120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426464"/>
            <a:ext cx="11512296" cy="5111496"/>
          </a:xfrm>
        </p:spPr>
        <p:txBody>
          <a:bodyPr/>
          <a:lstStyle/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3021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B77F7-79DE-9B55-9C7F-98C535127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82297"/>
            <a:ext cx="11512296" cy="1197863"/>
          </a:xfrm>
        </p:spPr>
        <p:txBody>
          <a:bodyPr>
            <a:normAutofit fontScale="90000"/>
          </a:bodyPr>
          <a:lstStyle/>
          <a:p>
            <a:pPr algn="ctr"/>
            <a:br>
              <a:rPr lang="en-IN" b="1" i="0" dirty="0">
                <a:effectLst/>
                <a:latin typeface="Nunito" pitchFamily="2" charset="0"/>
              </a:rPr>
            </a:br>
            <a:br>
              <a:rPr lang="en-IN" b="1" i="0" dirty="0">
                <a:solidFill>
                  <a:srgbClr val="FFFFFF"/>
                </a:solidFill>
                <a:effectLst/>
                <a:latin typeface="Nunito" pitchFamily="2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064E4-8832-5289-3731-4EB424120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426464"/>
            <a:ext cx="11512296" cy="5111496"/>
          </a:xfrm>
        </p:spPr>
        <p:txBody>
          <a:bodyPr/>
          <a:lstStyle/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25749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B77F7-79DE-9B55-9C7F-98C535127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82297"/>
            <a:ext cx="11512296" cy="1197863"/>
          </a:xfrm>
        </p:spPr>
        <p:txBody>
          <a:bodyPr>
            <a:normAutofit fontScale="90000"/>
          </a:bodyPr>
          <a:lstStyle/>
          <a:p>
            <a:pPr algn="ctr"/>
            <a:br>
              <a:rPr lang="en-IN" b="1" i="0" dirty="0">
                <a:effectLst/>
                <a:latin typeface="Nunito" pitchFamily="2" charset="0"/>
              </a:rPr>
            </a:br>
            <a:br>
              <a:rPr lang="en-IN" b="1" i="0" dirty="0">
                <a:solidFill>
                  <a:srgbClr val="FFFFFF"/>
                </a:solidFill>
                <a:effectLst/>
                <a:latin typeface="Nunito" pitchFamily="2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064E4-8832-5289-3731-4EB424120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426464"/>
            <a:ext cx="11512296" cy="5111496"/>
          </a:xfrm>
        </p:spPr>
        <p:txBody>
          <a:bodyPr/>
          <a:lstStyle/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32341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B77F7-79DE-9B55-9C7F-98C535127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82297"/>
            <a:ext cx="11512296" cy="1197863"/>
          </a:xfrm>
        </p:spPr>
        <p:txBody>
          <a:bodyPr>
            <a:normAutofit fontScale="90000"/>
          </a:bodyPr>
          <a:lstStyle/>
          <a:p>
            <a:pPr algn="ctr"/>
            <a:br>
              <a:rPr lang="en-IN" b="1" i="0" dirty="0">
                <a:effectLst/>
                <a:latin typeface="Nunito" pitchFamily="2" charset="0"/>
              </a:rPr>
            </a:br>
            <a:br>
              <a:rPr lang="en-IN" b="1" i="0" dirty="0">
                <a:solidFill>
                  <a:srgbClr val="FFFFFF"/>
                </a:solidFill>
                <a:effectLst/>
                <a:latin typeface="Nunito" pitchFamily="2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064E4-8832-5289-3731-4EB424120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426464"/>
            <a:ext cx="11512296" cy="5111496"/>
          </a:xfrm>
        </p:spPr>
        <p:txBody>
          <a:bodyPr/>
          <a:lstStyle/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0361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B77F7-79DE-9B55-9C7F-98C535127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82297"/>
            <a:ext cx="11512296" cy="1197863"/>
          </a:xfrm>
        </p:spPr>
        <p:txBody>
          <a:bodyPr>
            <a:normAutofit fontScale="90000"/>
          </a:bodyPr>
          <a:lstStyle/>
          <a:p>
            <a:pPr algn="ctr"/>
            <a:br>
              <a:rPr lang="en-IN" b="1" i="0" dirty="0">
                <a:effectLst/>
                <a:latin typeface="Nunito" pitchFamily="2" charset="0"/>
              </a:rPr>
            </a:br>
            <a:br>
              <a:rPr lang="en-IN" b="1" i="0" dirty="0">
                <a:solidFill>
                  <a:srgbClr val="FFFFFF"/>
                </a:solidFill>
                <a:effectLst/>
                <a:latin typeface="Nunito" pitchFamily="2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064E4-8832-5289-3731-4EB424120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426464"/>
            <a:ext cx="11512296" cy="5111496"/>
          </a:xfrm>
        </p:spPr>
        <p:txBody>
          <a:bodyPr/>
          <a:lstStyle/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7161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827</Words>
  <Application>Microsoft Office PowerPoint</Application>
  <PresentationFormat>Widescreen</PresentationFormat>
  <Paragraphs>89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Calibri Light</vt:lpstr>
      <vt:lpstr>Nunito</vt:lpstr>
      <vt:lpstr>var(--ff-lato)</vt:lpstr>
      <vt:lpstr>Verdana</vt:lpstr>
      <vt:lpstr>Office Theme</vt:lpstr>
      <vt:lpstr> Sequential Circuit </vt:lpstr>
      <vt:lpstr> Difference between Combinational and Sequential Circuit  </vt:lpstr>
      <vt:lpstr> Clock signal </vt:lpstr>
      <vt:lpstr>  Types of Triggering  </vt:lpstr>
      <vt:lpstr> Positive level triggering </vt:lpstr>
      <vt:lpstr> Negative level triggering </vt:lpstr>
      <vt:lpstr> Positive Edge Triggering </vt:lpstr>
      <vt:lpstr> Negative Edge Triggering </vt:lpstr>
      <vt:lpstr> Latches </vt:lpstr>
      <vt:lpstr>  </vt:lpstr>
      <vt:lpstr>  SR Latches using NAND gate</vt:lpstr>
      <vt:lpstr> FLIP FLOP </vt:lpstr>
      <vt:lpstr> Block Diagram of FLIP FLOP </vt:lpstr>
      <vt:lpstr>  </vt:lpstr>
      <vt:lpstr> SR- FLIP FLOP </vt:lpstr>
      <vt:lpstr>  </vt:lpstr>
      <vt:lpstr>  </vt:lpstr>
      <vt:lpstr>  </vt:lpstr>
      <vt:lpstr>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Sequential Circuit </dc:title>
  <dc:creator>pritam adhikari</dc:creator>
  <cp:lastModifiedBy>pritam adhikari</cp:lastModifiedBy>
  <cp:revision>1</cp:revision>
  <dcterms:created xsi:type="dcterms:W3CDTF">2025-01-05T14:57:02Z</dcterms:created>
  <dcterms:modified xsi:type="dcterms:W3CDTF">2025-01-05T16:09:37Z</dcterms:modified>
</cp:coreProperties>
</file>