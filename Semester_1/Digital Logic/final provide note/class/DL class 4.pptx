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63" r:id="rId5"/>
    <p:sldId id="264" r:id="rId6"/>
    <p:sldId id="265" r:id="rId7"/>
    <p:sldId id="262" r:id="rId8"/>
    <p:sldId id="257" r:id="rId9"/>
    <p:sldId id="258" r:id="rId10"/>
    <p:sldId id="259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4689B-C5BA-6CFF-D9C8-AF5F9F41F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980490-F7A5-E104-5B53-28CF23B39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58B2C-51C5-7454-A4EF-B9B8186AC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FE4F7-19B4-E97F-3CD4-543A66647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24F7B-D047-DB98-B70B-42CAE352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91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A93C-B4F8-3DF0-3328-EAFE9E943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B39C-3752-6310-DA18-1269F7329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34E3E-5614-4769-29D8-2C3D022DF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86E75-036E-4FD7-7114-DFF95B164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130B2-AE11-89DA-0A9D-5297A81B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61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5A6F-02D3-558A-4FC6-883C58A53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D0356-D16F-F96D-B980-10326661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B526C-7A39-14C4-60EC-7A04CA25D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42BBF-84A7-A65C-0AA8-25DD0FDA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45D6A-25C2-C795-7B1B-E3C62DFFB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833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1586-2FC3-1D1E-EB1C-AB4EA37A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358FC-B59A-B5C0-91CF-AAEA3A4E3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44D02-1703-7ED5-7A3D-C1EC697B0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A670E-23E3-5D69-8A5C-5F2E95470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495E0-00B7-6F07-1F47-494CAE77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8EEA6-754B-BE0F-7EF9-A55543E4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237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1596-5EC7-ABAF-F4A6-4C90953B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AFEB3-598A-FE4D-C4AD-E3DBEC8D2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F773CF-79BB-0316-0D76-A4933BF2D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19650-F8C6-1B4D-15EE-95A904B94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6FA5B4-91F9-F4BE-85EC-796CE7E0F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A73C3B-A16C-840D-B974-4BC8A195D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3C8586-2D35-84BA-2000-9B614088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3B6217-B65D-FE8C-492A-095142234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84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2CB6-1CB4-5399-27A8-75ED8886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B9C17C-467E-14E3-B520-FD603031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6B5E8-9FFC-7FDD-A5A5-D28D6E53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B0EA4-DA43-0E98-B671-ACFDC39A6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36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DE444-2C45-6434-3B40-6A3CBAA4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55BD6-7300-F3A6-9F07-3A5699D5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E91EE-AF26-28C7-BE60-42305C81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31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FDF6-59D6-AF4D-8BD8-14F371FE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7F3D-0D4B-7091-8B97-5CC5FBBA2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51330-B359-3BB2-7CF1-D762756EF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1BF75-D9FC-197E-8245-F3869635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363F1-B15A-2109-516D-72D0F99F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C2DAD-1377-3F36-42C9-6D13B2C1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230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E876-AAA0-68D8-523C-C8B24179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CF23A9-F067-F503-BDDB-573D72FDEE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1110-2BA7-3799-576C-BECBEDF5A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04441-D094-1618-8F3F-BAB0D0CB0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03E65-5506-68F7-588C-0277CD25F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466D8-D069-AE61-6511-BE40CDDB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29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704B7-CF79-66EE-DA4D-8AB7429B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924AA-40A1-A93E-CBF4-FF5BB81709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1A11-671B-2C1E-A2A7-B00506EA1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D9FF8-524A-58AF-018E-F484808CB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6D6F3-07F8-D923-43C0-2190C030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325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F22B4B-72BD-D3D3-3EAE-2F97530A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4E329-B3C6-DDC1-CD62-18C677D50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169A8-2E57-06EF-53E0-1F087F9F2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34CB7-A672-9C8F-09EF-E5FE76CE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8B9C3-1948-D2F6-C779-A822332D0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46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CD66A8-684C-F9A2-492A-92F547EA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84444-EB09-63EA-FF8F-3D5E129F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DA71B-5C29-3058-A211-AA5450E8E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EE39CE-A221-417D-AB0F-9B31E6016CC9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BEF45-22CA-DBAD-C6BE-D76CAFCD5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F557-FBEF-CAA9-BD76-9C802667D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15D85D-AA05-4D07-A35B-952B7E4FB2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809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card with text&#10;&#10;Description automatically generated">
            <a:extLst>
              <a:ext uri="{FF2B5EF4-FFF2-40B4-BE49-F238E27FC236}">
                <a16:creationId xmlns:a16="http://schemas.microsoft.com/office/drawing/2014/main" id="{A6BA2C5C-F504-B7A4-02DF-D961CC3256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0" y="3003"/>
            <a:ext cx="9601199" cy="701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581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9BF613AD-E9B9-58ED-2A88-0040DA51D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26" y="0"/>
            <a:ext cx="9610699" cy="675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71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ircuit&#10;&#10;Description automatically generated">
            <a:extLst>
              <a:ext uri="{FF2B5EF4-FFF2-40B4-BE49-F238E27FC236}">
                <a16:creationId xmlns:a16="http://schemas.microsoft.com/office/drawing/2014/main" id="{B46050EE-6247-EAAA-C2BE-A11D2EA20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42" y="0"/>
            <a:ext cx="9487181" cy="680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68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FA92F49E-668E-4528-D11F-703865706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716" y="9144"/>
            <a:ext cx="9612296" cy="679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51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n input output&#10;&#10;Description automatically generated">
            <a:extLst>
              <a:ext uri="{FF2B5EF4-FFF2-40B4-BE49-F238E27FC236}">
                <a16:creationId xmlns:a16="http://schemas.microsoft.com/office/drawing/2014/main" id="{55B655A7-998C-1FE8-0BA9-832E76D0F5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836" y="0"/>
            <a:ext cx="9595780" cy="67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7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2BFAD02E-AAA0-B057-B4DA-C6068123F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794" y="210312"/>
            <a:ext cx="9354353" cy="664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3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n input output&#10;&#10;Description automatically generated">
            <a:extLst>
              <a:ext uri="{FF2B5EF4-FFF2-40B4-BE49-F238E27FC236}">
                <a16:creationId xmlns:a16="http://schemas.microsoft.com/office/drawing/2014/main" id="{5E238822-D713-73B1-57E6-3A080455C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981" y="0"/>
            <a:ext cx="9471795" cy="678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147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934C9908-1FDF-994E-9EDD-814E924EE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976" y="0"/>
            <a:ext cx="9714960" cy="680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975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A3E1AF10-B780-AF27-2242-8CEAF6097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64" y="0"/>
            <a:ext cx="1016267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03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ymbol and a diagram of a truth table&#10;&#10;Description automatically generated">
            <a:extLst>
              <a:ext uri="{FF2B5EF4-FFF2-40B4-BE49-F238E27FC236}">
                <a16:creationId xmlns:a16="http://schemas.microsoft.com/office/drawing/2014/main" id="{841F9EF1-6608-75E9-C6CB-5B5E259AD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980" y="0"/>
            <a:ext cx="9586804" cy="679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1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5F1CE226-89A2-1670-B410-1003819E7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51" y="100584"/>
            <a:ext cx="9781495" cy="675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238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ymbol and a table&#10;&#10;Description automatically generated">
            <a:extLst>
              <a:ext uri="{FF2B5EF4-FFF2-40B4-BE49-F238E27FC236}">
                <a16:creationId xmlns:a16="http://schemas.microsoft.com/office/drawing/2014/main" id="{6A6EA897-717E-EF86-8A51-56A301BF2B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571" y="-1"/>
            <a:ext cx="9833661" cy="684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0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rectangular object with red text&#10;&#10;Description automatically generated">
            <a:extLst>
              <a:ext uri="{FF2B5EF4-FFF2-40B4-BE49-F238E27FC236}">
                <a16:creationId xmlns:a16="http://schemas.microsoft.com/office/drawing/2014/main" id="{AC1ED158-6864-6B9E-9AD5-BAA1C347C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857" y="0"/>
            <a:ext cx="9766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4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101DEB4-ECAA-B5B8-AA70-6046448D4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26" y="0"/>
            <a:ext cx="9558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794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symbol and a table&#10;&#10;Description automatically generated">
            <a:extLst>
              <a:ext uri="{FF2B5EF4-FFF2-40B4-BE49-F238E27FC236}">
                <a16:creationId xmlns:a16="http://schemas.microsoft.com/office/drawing/2014/main" id="{66FCE1C1-60E1-6A3D-7728-C54BB2C25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4" y="0"/>
            <a:ext cx="9711981" cy="687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87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text&#10;&#10;Description automatically generated">
            <a:extLst>
              <a:ext uri="{FF2B5EF4-FFF2-40B4-BE49-F238E27FC236}">
                <a16:creationId xmlns:a16="http://schemas.microsoft.com/office/drawing/2014/main" id="{0F68F895-6441-07D3-C29D-B32EDC502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008" y="-64008"/>
            <a:ext cx="9720102" cy="69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970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n input and output table&#10;&#10;Description automatically generated">
            <a:extLst>
              <a:ext uri="{FF2B5EF4-FFF2-40B4-BE49-F238E27FC236}">
                <a16:creationId xmlns:a16="http://schemas.microsoft.com/office/drawing/2014/main" id="{3FBD7832-A2AC-F140-047E-E6AAFE5A2B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04" y="0"/>
            <a:ext cx="9620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06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pritam adhikari</dc:creator>
  <cp:lastModifiedBy>pritam adhikari</cp:lastModifiedBy>
  <cp:revision>2</cp:revision>
  <dcterms:created xsi:type="dcterms:W3CDTF">2024-11-25T16:31:01Z</dcterms:created>
  <dcterms:modified xsi:type="dcterms:W3CDTF">2024-11-27T14:29:26Z</dcterms:modified>
</cp:coreProperties>
</file>