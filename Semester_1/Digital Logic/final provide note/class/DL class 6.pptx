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9" r:id="rId3"/>
    <p:sldId id="257" r:id="rId4"/>
    <p:sldId id="258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70" d="100"/>
          <a:sy n="70" d="100"/>
        </p:scale>
        <p:origin x="512" y="5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DAE1CFD-5285-4300-4AFD-9A3AB8B4167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7041BA6-AFAD-E6D5-2843-29E87B87344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299E4F7-B7D5-FCDE-80B4-5974505F59D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92D05E-765D-4296-AC43-6B14275CF75E}" type="datetimeFigureOut">
              <a:rPr lang="en-IN" smtClean="0"/>
              <a:t>02-12-2024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4EFC078-1660-722C-F445-E0C53773DCC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4641AEC-A084-626D-827F-DD6F8E7F64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E94053-D644-447A-8CF2-34B3A03DEAD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4765542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F715FF5-427E-216D-2212-6D2BC9D9AAA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056BCDA-2E24-8883-9645-3AB1A5745A0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DC8B0E1-8C65-8134-4AD7-F2D084094B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92D05E-765D-4296-AC43-6B14275CF75E}" type="datetimeFigureOut">
              <a:rPr lang="en-IN" smtClean="0"/>
              <a:t>02-12-2024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DE3ADAA-E62A-E194-06D8-F11D13937ED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2B335FD-85AA-9E46-2CFC-BB9883DC88D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E94053-D644-447A-8CF2-34B3A03DEAD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677255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8B24AE3-088D-520E-BE4F-B3D18AF482E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5B865FF-A7BC-FA43-ED1F-04756D50601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B8C530B-87FA-C183-1040-773CA03AA42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92D05E-765D-4296-AC43-6B14275CF75E}" type="datetimeFigureOut">
              <a:rPr lang="en-IN" smtClean="0"/>
              <a:t>02-12-2024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6E68419-8F6D-F86B-8750-8F504D9109D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097635D-BC73-27A0-B9B4-F77C237D2C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E94053-D644-447A-8CF2-34B3A03DEAD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2016395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1A92B55-D656-DDCC-717A-960FBDEF3C6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7119AFE-3F16-002F-6C66-009AC49F5E2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4E2A322-9EE7-0D63-176A-A21662FBA2B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4F61462-70CB-9553-9CB0-BA26B9D5646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92D05E-765D-4296-AC43-6B14275CF75E}" type="datetimeFigureOut">
              <a:rPr lang="en-IN" smtClean="0"/>
              <a:t>02-12-2024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8FD02C8-3F83-BA01-339C-B05D9B49148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DCD54BC-D731-0EB1-5F26-843386B9469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E94053-D644-447A-8CF2-34B3A03DEAD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3831610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7A6C547-4FAC-BA76-0D16-009CE4F2D31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2695981-9129-E147-A230-8E7B3E62C47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A6FA182-5798-6E22-006B-E1D02AE375F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53539BE4-10F5-36E5-B4BA-8B410CA198A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EE114099-E76F-6F5E-D1AD-A3933DFB5B1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71A33373-F681-5E55-4859-BE0FEB77231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92D05E-765D-4296-AC43-6B14275CF75E}" type="datetimeFigureOut">
              <a:rPr lang="en-IN" smtClean="0"/>
              <a:t>02-12-2024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0577667A-F81A-41CF-70D3-1B35124B287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2AABA4E7-C911-1141-1FED-C5EC1A3CFE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E94053-D644-447A-8CF2-34B3A03DEAD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941884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42DCC9C-5706-046C-74B9-67187C0CDA2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9DEF36DF-113E-CC18-3E48-0E6962D8503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92D05E-765D-4296-AC43-6B14275CF75E}" type="datetimeFigureOut">
              <a:rPr lang="en-IN" smtClean="0"/>
              <a:t>02-12-2024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88248D7-122C-22A8-E45A-964852C03BC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0738C67-89D4-15D3-BEA4-250D13889B2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E94053-D644-447A-8CF2-34B3A03DEAD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2769080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FA73CDB8-8C07-3131-4759-9C99B6DEE40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92D05E-765D-4296-AC43-6B14275CF75E}" type="datetimeFigureOut">
              <a:rPr lang="en-IN" smtClean="0"/>
              <a:t>02-12-2024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CCE0B2EB-6849-EF4C-10FD-E70D4993671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ABC01B0-85A5-B6E3-FAD2-80A93970BF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E94053-D644-447A-8CF2-34B3A03DEAD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3564061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C15F94-A2E6-598A-378B-E3FA20F2ACD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4F6F4C6-3105-91CE-941B-5A13D59B45A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6F43F0C-5371-EDA9-D7DE-AF223062C5E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AE5A3C2-8BA4-8C7E-1B77-9FCDE029E37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92D05E-765D-4296-AC43-6B14275CF75E}" type="datetimeFigureOut">
              <a:rPr lang="en-IN" smtClean="0"/>
              <a:t>02-12-2024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CE5C9A5-79F8-123E-E626-BA0CE9DC1FF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B63CD83-A007-EED3-107B-382374A7EC2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E94053-D644-447A-8CF2-34B3A03DEAD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0333028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FD036F0-807E-98E0-E188-E1EB0C599F1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DA544B8D-3D10-917C-210F-AFB7B7B24E1D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06D8F9F-471C-6B54-5C46-883877D1FCE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7371E0A-78B2-35B9-BB5C-AF4A420B7D0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92D05E-765D-4296-AC43-6B14275CF75E}" type="datetimeFigureOut">
              <a:rPr lang="en-IN" smtClean="0"/>
              <a:t>02-12-2024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3188A4D-2CCF-72A5-2146-D5B10DBE587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D9DD668-611F-BC99-6A19-559DC9BD13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E94053-D644-447A-8CF2-34B3A03DEAD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2462363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779FE44-0C87-CB38-1F0F-D0802731F6B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29ECB51-7024-9820-66E2-7D3ADE2F114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6A8DE95-2A86-1B20-BBC8-EF911D8C19D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92D05E-765D-4296-AC43-6B14275CF75E}" type="datetimeFigureOut">
              <a:rPr lang="en-IN" smtClean="0"/>
              <a:t>02-12-2024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C1649D4-ED83-D62F-B232-258ADBC861A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AD20DF0-C9CF-F71F-D1CC-9BAAC19F7B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E94053-D644-447A-8CF2-34B3A03DEAD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8105854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632CF55D-DF97-E048-1574-F18967A41C7B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75812BF-21B3-9482-4389-5F89EB997E9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547ED3C-AD46-3DFF-C160-971D71E78FE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92D05E-765D-4296-AC43-6B14275CF75E}" type="datetimeFigureOut">
              <a:rPr lang="en-IN" smtClean="0"/>
              <a:t>02-12-2024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CFA6B8B-86E6-B47B-0088-FE4A9127297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0F9A23C-5954-F8BD-F39E-80797964A28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E94053-D644-447A-8CF2-34B3A03DEAD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3080473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05053DB0-9D86-38CF-6F34-FC98B7B5CAC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0C8218F-D39C-616C-0527-E0652E8C621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0750C1E-BA11-0682-7142-3AC78DB1C47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492D05E-765D-4296-AC43-6B14275CF75E}" type="datetimeFigureOut">
              <a:rPr lang="en-IN" smtClean="0"/>
              <a:t>02-12-2024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CB9637F-2193-F008-B546-875DA695599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7F88C8B-000A-1C5E-5BA7-527F489B5BE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5E94053-D644-447A-8CF2-34B3A03DEAD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9085221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2E57F96-85B9-63D4-AF15-3477090C362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IN" b="1" dirty="0"/>
              <a:t>Venn Diagram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324C7D0-0BBB-7717-DAA3-B3674A777A5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algn="just"/>
            <a:r>
              <a:rPr lang="en-US" sz="3200" dirty="0"/>
              <a:t>A Venn diagram is a visual tool often used to illustrate the relationships between different sets, and it can be applied to logic gates as well. In the context of logic gates, a Venn diagram helps visualize how different logical operations correspond to different regions of the diagram.</a:t>
            </a:r>
          </a:p>
          <a:p>
            <a:pPr algn="just"/>
            <a:r>
              <a:rPr lang="en-US" sz="3200" dirty="0"/>
              <a:t>Using Venn diagrams with logic gates helps to visually understand and analyze the behavior of different logical operations. It's a great way to see the relationships and interactions between different variables.</a:t>
            </a:r>
            <a:endParaRPr lang="en-IN" sz="3200" dirty="0"/>
          </a:p>
        </p:txBody>
      </p:sp>
    </p:spTree>
    <p:extLst>
      <p:ext uri="{BB962C8B-B14F-4D97-AF65-F5344CB8AC3E}">
        <p14:creationId xmlns:p14="http://schemas.microsoft.com/office/powerpoint/2010/main" val="147008730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D332F0CF-2DB4-1B43-B919-E3936B21F5C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96816" y="0"/>
            <a:ext cx="5598367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0586361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19BB203-AD13-5474-0D80-62BE10E9E6C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46760" y="627760"/>
            <a:ext cx="10838688" cy="5160391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3200" dirty="0"/>
              <a:t>Any logic expression may be expressed in two standard forms: </a:t>
            </a:r>
          </a:p>
          <a:p>
            <a:r>
              <a:rPr lang="en-US" sz="3200" b="1" dirty="0"/>
              <a:t>Sum-of-products (SOP) </a:t>
            </a:r>
          </a:p>
          <a:p>
            <a:pPr marL="0" indent="0">
              <a:buNone/>
            </a:pPr>
            <a:r>
              <a:rPr lang="en-US" sz="3200" dirty="0"/>
              <a:t>     </a:t>
            </a:r>
            <a:r>
              <a:rPr lang="en-US" sz="3200" dirty="0" err="1"/>
              <a:t>eg</a:t>
            </a:r>
            <a:r>
              <a:rPr lang="en-US" sz="3200" dirty="0"/>
              <a:t>: F(A,B,C)=ABC+AB’C’</a:t>
            </a:r>
          </a:p>
          <a:p>
            <a:pPr marL="0" indent="0">
              <a:buNone/>
            </a:pPr>
            <a:endParaRPr lang="en-US" sz="3200" dirty="0"/>
          </a:p>
          <a:p>
            <a:r>
              <a:rPr lang="en-US" sz="3200" b="1" dirty="0"/>
              <a:t>Product-of-sums (POS) </a:t>
            </a:r>
          </a:p>
          <a:p>
            <a:pPr marL="0" indent="0">
              <a:buNone/>
            </a:pPr>
            <a:r>
              <a:rPr lang="en-US" sz="3200" dirty="0"/>
              <a:t>           </a:t>
            </a:r>
            <a:r>
              <a:rPr lang="en-US" sz="3200" dirty="0" err="1"/>
              <a:t>eg</a:t>
            </a:r>
            <a:r>
              <a:rPr lang="en-US" sz="3200" dirty="0"/>
              <a:t>: F(A,B,C)=(A+B+C).(A+B’+C’)</a:t>
            </a:r>
          </a:p>
          <a:p>
            <a:pPr marL="0" indent="0">
              <a:buNone/>
            </a:pPr>
            <a:endParaRPr lang="en-IN" sz="3200" dirty="0"/>
          </a:p>
        </p:txBody>
      </p:sp>
    </p:spTree>
    <p:extLst>
      <p:ext uri="{BB962C8B-B14F-4D97-AF65-F5344CB8AC3E}">
        <p14:creationId xmlns:p14="http://schemas.microsoft.com/office/powerpoint/2010/main" val="90573108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775315D-2233-B48B-9039-68D6506CC4B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 algn="ctr"/>
            <a:r>
              <a:rPr lang="en-US" sz="4800" b="1" dirty="0"/>
              <a:t>Sum-of-products (SOP) </a:t>
            </a:r>
            <a:br>
              <a:rPr lang="en-US" sz="4800" b="1" dirty="0"/>
            </a:br>
            <a:endParaRPr lang="en-IN" sz="48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743F41C-3762-6FA1-F55D-6F3024BD239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US" sz="3200" dirty="0"/>
              <a:t>When two or more product terms (or ANDed terms ) are summed by Boolean algebra, the resulting expression is sum-of-products.</a:t>
            </a:r>
          </a:p>
          <a:p>
            <a:pPr marL="0" indent="0">
              <a:buNone/>
            </a:pPr>
            <a:r>
              <a:rPr lang="en-US" sz="3200" dirty="0" err="1"/>
              <a:t>eg</a:t>
            </a:r>
            <a:r>
              <a:rPr lang="en-US" sz="3200" dirty="0"/>
              <a:t>   F=AB’+AB’C’</a:t>
            </a:r>
          </a:p>
          <a:p>
            <a:pPr marL="0" indent="0">
              <a:buNone/>
            </a:pPr>
            <a:r>
              <a:rPr lang="en-US" sz="3200" dirty="0"/>
              <a:t>       F=ABC+C’D+BCD’</a:t>
            </a:r>
          </a:p>
          <a:p>
            <a:pPr marL="0" indent="0">
              <a:buNone/>
            </a:pPr>
            <a:r>
              <a:rPr lang="en-US" sz="3200" dirty="0"/>
              <a:t>SOP expression is two or more AND functions </a:t>
            </a:r>
            <a:r>
              <a:rPr lang="en-US" sz="3200" dirty="0" err="1"/>
              <a:t>ORed</a:t>
            </a:r>
            <a:r>
              <a:rPr lang="en-US" sz="3200" dirty="0"/>
              <a:t> together. </a:t>
            </a:r>
          </a:p>
          <a:p>
            <a:pPr marL="0" indent="0">
              <a:buNone/>
            </a:pPr>
            <a:r>
              <a:rPr lang="en-US" sz="3200" dirty="0"/>
              <a:t>SOP form can also contain a term with a single variable such as A +AB +B C.</a:t>
            </a:r>
          </a:p>
          <a:p>
            <a:pPr marL="0" indent="0">
              <a:buNone/>
            </a:pPr>
            <a:r>
              <a:rPr lang="en-US" sz="3200" dirty="0"/>
              <a:t>In SOP representation, 0 represents A’ and 1 represents A. Only 1s output is taken.</a:t>
            </a:r>
            <a:endParaRPr lang="en-IN" sz="3200" dirty="0"/>
          </a:p>
        </p:txBody>
      </p:sp>
    </p:spTree>
    <p:extLst>
      <p:ext uri="{BB962C8B-B14F-4D97-AF65-F5344CB8AC3E}">
        <p14:creationId xmlns:p14="http://schemas.microsoft.com/office/powerpoint/2010/main" val="231025888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DAF5E705-0440-D389-CD1E-CDDD0501A014}"/>
              </a:ext>
            </a:extLst>
          </p:cNvPr>
          <p:cNvSpPr txBox="1"/>
          <p:nvPr/>
        </p:nvSpPr>
        <p:spPr>
          <a:xfrm>
            <a:off x="1005840" y="612648"/>
            <a:ext cx="10259568" cy="45243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en-IN" sz="3600" b="1" dirty="0"/>
              <a:t>AB’+B’C+AD </a:t>
            </a:r>
            <a:r>
              <a:rPr lang="en-IN" sz="3600" dirty="0"/>
              <a:t>is not standard SOP.</a:t>
            </a:r>
          </a:p>
          <a:p>
            <a:pPr algn="just"/>
            <a:r>
              <a:rPr lang="en-IN" sz="3600" b="1" dirty="0"/>
              <a:t>AB’CD +ABCD + ABC’D </a:t>
            </a:r>
            <a:r>
              <a:rPr lang="en-IN" sz="3600" dirty="0"/>
              <a:t>is standard SOP.</a:t>
            </a:r>
          </a:p>
          <a:p>
            <a:pPr algn="just"/>
            <a:endParaRPr lang="en-IN" sz="3600" dirty="0"/>
          </a:p>
          <a:p>
            <a:pPr algn="just"/>
            <a:r>
              <a:rPr lang="en-IN" sz="3600" dirty="0"/>
              <a:t>Each individual product term in standard SOP form is called as "</a:t>
            </a:r>
            <a:r>
              <a:rPr lang="en-IN" sz="3600" dirty="0" err="1"/>
              <a:t>minterm</a:t>
            </a:r>
            <a:r>
              <a:rPr lang="en-IN" sz="3600" dirty="0"/>
              <a:t>" and is represented by 'm'. Standardization makes the evaluation, simplification, implementation, realization of Boolean expression much more systematic and easier.</a:t>
            </a:r>
          </a:p>
        </p:txBody>
      </p:sp>
    </p:spTree>
    <p:extLst>
      <p:ext uri="{BB962C8B-B14F-4D97-AF65-F5344CB8AC3E}">
        <p14:creationId xmlns:p14="http://schemas.microsoft.com/office/powerpoint/2010/main" val="401531418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1A6396BE-E711-DFB8-FFAF-3D5C7ABACBD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51176" y="344724"/>
            <a:ext cx="6638544" cy="57760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4513547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63F72B5-93D2-42BC-33ED-760C8AB0B28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IN" b="1" dirty="0"/>
              <a:t>Product of sums (POS)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24AEE26-97BE-D1E2-EDE4-E03CD3A996C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algn="just"/>
            <a:r>
              <a:rPr lang="en-US" sz="3200" dirty="0"/>
              <a:t>When two or more sum terms are multiplied, the resulting expression is product of sum.</a:t>
            </a:r>
          </a:p>
          <a:p>
            <a:pPr marL="0" indent="0" algn="just">
              <a:buNone/>
            </a:pPr>
            <a:r>
              <a:rPr lang="en-US" sz="3200" dirty="0"/>
              <a:t> E.g., (A’+B)(A+B’+C’)(A’+B+C)</a:t>
            </a:r>
          </a:p>
          <a:p>
            <a:pPr marL="0" indent="0" algn="just">
              <a:buNone/>
            </a:pPr>
            <a:r>
              <a:rPr lang="en-US" sz="3200" dirty="0"/>
              <a:t>In terms of logic function, it is the AND function of two or more </a:t>
            </a:r>
            <a:r>
              <a:rPr lang="en-US" sz="3200" dirty="0" err="1"/>
              <a:t>ORed</a:t>
            </a:r>
            <a:r>
              <a:rPr lang="en-US" sz="3200" dirty="0"/>
              <a:t> functions. </a:t>
            </a:r>
          </a:p>
          <a:p>
            <a:pPr marL="0" indent="0" algn="just">
              <a:buNone/>
            </a:pPr>
            <a:r>
              <a:rPr lang="en-US" sz="3200" dirty="0"/>
              <a:t>In POS. representation, 0 represents A and 1 represents A’ and only O's output is taken. </a:t>
            </a:r>
          </a:p>
          <a:p>
            <a:pPr marL="0" indent="0" algn="just">
              <a:buNone/>
            </a:pPr>
            <a:r>
              <a:rPr lang="en-US" sz="3200" dirty="0"/>
              <a:t>A POS expression can also contain a single variable terms. E.g., A .(B’+C’).(B+C)</a:t>
            </a:r>
            <a:endParaRPr lang="en-IN" sz="3200" dirty="0"/>
          </a:p>
        </p:txBody>
      </p:sp>
    </p:spTree>
    <p:extLst>
      <p:ext uri="{BB962C8B-B14F-4D97-AF65-F5344CB8AC3E}">
        <p14:creationId xmlns:p14="http://schemas.microsoft.com/office/powerpoint/2010/main" val="293545393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998793D-CA7D-B754-3472-BD4B6BA288E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b="1" dirty="0"/>
              <a:t>Standard POS</a:t>
            </a:r>
            <a:endParaRPr lang="en-IN" b="1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3FC157A-F792-3785-1937-8952E70AE38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algn="just"/>
            <a:r>
              <a:rPr lang="en-US" sz="3600" dirty="0"/>
              <a:t>Standard POS is one in which all the variables in the domain appear in each sum term in the expression.</a:t>
            </a:r>
          </a:p>
          <a:p>
            <a:pPr algn="just"/>
            <a:r>
              <a:rPr lang="en-US" sz="3600" dirty="0"/>
              <a:t>A(B’+C)(B + C) is not standard POS</a:t>
            </a:r>
          </a:p>
          <a:p>
            <a:pPr algn="just"/>
            <a:r>
              <a:rPr lang="en-US" sz="3600" dirty="0"/>
              <a:t>(A+B+C’)(A+B’+C’)is standard POS</a:t>
            </a:r>
          </a:p>
          <a:p>
            <a:pPr algn="just"/>
            <a:r>
              <a:rPr lang="en-US" sz="3600" dirty="0"/>
              <a:t>Each individual sum term in standard POS form is called "maxterm“ and is represented by ‘M'.</a:t>
            </a:r>
            <a:endParaRPr lang="en-IN" sz="3600" dirty="0"/>
          </a:p>
        </p:txBody>
      </p:sp>
    </p:spTree>
    <p:extLst>
      <p:ext uri="{BB962C8B-B14F-4D97-AF65-F5344CB8AC3E}">
        <p14:creationId xmlns:p14="http://schemas.microsoft.com/office/powerpoint/2010/main" val="45850083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E36C920-9DFB-0933-142C-65EB1A87EA7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b="1" dirty="0"/>
              <a:t>Converting SOP to standard SOP</a:t>
            </a:r>
            <a:endParaRPr lang="en-IN" b="1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B97BDAF-0803-45A1-4839-6A19ADE2F73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514350" indent="-514350" algn="just">
              <a:buFont typeface="+mj-lt"/>
              <a:buAutoNum type="arabicParenR"/>
            </a:pPr>
            <a:r>
              <a:rPr lang="en-US" sz="3600" dirty="0"/>
              <a:t>Multiply each product term by (A + A) where A is the missing term.</a:t>
            </a:r>
          </a:p>
          <a:p>
            <a:pPr marL="514350" indent="-514350" algn="just">
              <a:buFont typeface="+mj-lt"/>
              <a:buAutoNum type="arabicParenR"/>
            </a:pPr>
            <a:r>
              <a:rPr lang="en-US" sz="3600" dirty="0"/>
              <a:t>Expand the multiplication and repeat step 1 until standard SOP is obtained.</a:t>
            </a:r>
            <a:endParaRPr lang="en-IN" sz="3600" dirty="0"/>
          </a:p>
        </p:txBody>
      </p:sp>
    </p:spTree>
    <p:extLst>
      <p:ext uri="{BB962C8B-B14F-4D97-AF65-F5344CB8AC3E}">
        <p14:creationId xmlns:p14="http://schemas.microsoft.com/office/powerpoint/2010/main" val="367316770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0D47DA7-E4BD-F699-4C40-954828E0164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US" sz="4800" b="1" dirty="0"/>
              <a:t>Converting POS to standard POS</a:t>
            </a:r>
            <a:endParaRPr lang="en-IN" sz="4800" b="1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C247B4D-2C15-567C-8EB7-0209C9D9590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742950" indent="-742950" algn="just">
              <a:buFont typeface="+mj-lt"/>
              <a:buAutoNum type="arabicParenR"/>
            </a:pPr>
            <a:r>
              <a:rPr lang="en-US" sz="3600" dirty="0"/>
              <a:t>Add A. A’ to each sum term, where A is missing term.</a:t>
            </a:r>
          </a:p>
          <a:p>
            <a:pPr marL="742950" indent="-742950" algn="just">
              <a:buFont typeface="+mj-lt"/>
              <a:buAutoNum type="arabicParenR"/>
            </a:pPr>
            <a:r>
              <a:rPr lang="en-US" sz="3600" dirty="0"/>
              <a:t>Apply rule A+BC=(A+B)(A+C)</a:t>
            </a:r>
          </a:p>
          <a:p>
            <a:pPr marL="742950" indent="-742950" algn="just">
              <a:buFont typeface="+mj-lt"/>
              <a:buAutoNum type="arabicParenR"/>
            </a:pPr>
            <a:r>
              <a:rPr lang="en-US" sz="3600" dirty="0"/>
              <a:t>A.A=A </a:t>
            </a:r>
          </a:p>
          <a:p>
            <a:pPr marL="742950" indent="-742950" algn="just">
              <a:buFont typeface="+mj-lt"/>
              <a:buAutoNum type="arabicParenR"/>
            </a:pPr>
            <a:r>
              <a:rPr lang="en-US" sz="3600" dirty="0"/>
              <a:t>Repeat step 1 to 3 until standard POS is obtained.</a:t>
            </a:r>
            <a:endParaRPr lang="en-IN" sz="3600" dirty="0"/>
          </a:p>
        </p:txBody>
      </p:sp>
    </p:spTree>
    <p:extLst>
      <p:ext uri="{BB962C8B-B14F-4D97-AF65-F5344CB8AC3E}">
        <p14:creationId xmlns:p14="http://schemas.microsoft.com/office/powerpoint/2010/main" val="140766359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B6AC6A3-7DA2-3B93-FC13-1155DE57383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b="1" dirty="0"/>
              <a:t>Relationship between </a:t>
            </a:r>
            <a:r>
              <a:rPr lang="en-US" b="1" dirty="0" err="1"/>
              <a:t>minterms</a:t>
            </a:r>
            <a:r>
              <a:rPr lang="en-US" b="1" dirty="0"/>
              <a:t> and maxterms</a:t>
            </a:r>
            <a:endParaRPr lang="en-IN" b="1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C6989BF-15F9-9B74-7063-9423F79C523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3600" dirty="0"/>
              <a:t>E.g., A’B’C’=(A+B+C)’ [De-Morgan's law ]</a:t>
            </a:r>
          </a:p>
          <a:p>
            <a:r>
              <a:rPr lang="en-US" sz="3600" dirty="0"/>
              <a:t>i.e., Each maxterm is the complement of its </a:t>
            </a:r>
            <a:r>
              <a:rPr lang="en-US" sz="3600" dirty="0" err="1"/>
              <a:t>minterm</a:t>
            </a:r>
            <a:r>
              <a:rPr lang="en-US" sz="3600" dirty="0"/>
              <a:t> &amp; </a:t>
            </a:r>
            <a:r>
              <a:rPr lang="en-US" sz="3600" dirty="0" err="1"/>
              <a:t>viceversa</a:t>
            </a:r>
            <a:r>
              <a:rPr lang="en-US" sz="3600" dirty="0"/>
              <a:t>.</a:t>
            </a:r>
            <a:endParaRPr lang="en-IN" sz="3600" dirty="0"/>
          </a:p>
        </p:txBody>
      </p:sp>
    </p:spTree>
    <p:extLst>
      <p:ext uri="{BB962C8B-B14F-4D97-AF65-F5344CB8AC3E}">
        <p14:creationId xmlns:p14="http://schemas.microsoft.com/office/powerpoint/2010/main" val="44138554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9D12D30-D9F9-A827-02EC-D632F2EC724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b="1" dirty="0"/>
              <a:t>Conversion of standard SOP to POS</a:t>
            </a:r>
            <a:endParaRPr lang="en-IN" b="1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C0A4C38-CBCE-81F7-0953-6A470DD7F17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514350" indent="-514350">
              <a:buFont typeface="+mj-lt"/>
              <a:buAutoNum type="arabicParenR"/>
            </a:pPr>
            <a:r>
              <a:rPr lang="en-US" sz="3200" dirty="0"/>
              <a:t>Evaluate each SOP terms and determine its binary representation.</a:t>
            </a:r>
          </a:p>
          <a:p>
            <a:pPr marL="514350" indent="-514350">
              <a:buFont typeface="+mj-lt"/>
              <a:buAutoNum type="arabicParenR"/>
            </a:pPr>
            <a:r>
              <a:rPr lang="en-US" sz="3200" dirty="0"/>
              <a:t>Determine all the binary number not included in evaluation in step 1.</a:t>
            </a:r>
          </a:p>
          <a:p>
            <a:pPr marL="514350" indent="-514350">
              <a:buFont typeface="+mj-lt"/>
              <a:buAutoNum type="arabicParenR"/>
            </a:pPr>
            <a:r>
              <a:rPr lang="en-US" sz="3200" dirty="0"/>
              <a:t>Write equivalent sum term for each binary number obtained in step 2.</a:t>
            </a:r>
          </a:p>
          <a:p>
            <a:pPr marL="514350" indent="-514350">
              <a:buFont typeface="+mj-lt"/>
              <a:buAutoNum type="arabicParenR"/>
            </a:pPr>
            <a:endParaRPr lang="en-US" sz="3200" dirty="0"/>
          </a:p>
          <a:p>
            <a:pPr marL="0" indent="0">
              <a:buNone/>
            </a:pPr>
            <a:r>
              <a:rPr lang="en-US" sz="3200" dirty="0"/>
              <a:t>      </a:t>
            </a:r>
            <a:r>
              <a:rPr lang="en-US" sz="3200" u="sng" dirty="0"/>
              <a:t>(Note: The similar process is applied for POS to SOP.)</a:t>
            </a:r>
            <a:endParaRPr lang="en-IN" sz="3200" u="sng" dirty="0"/>
          </a:p>
        </p:txBody>
      </p:sp>
    </p:spTree>
    <p:extLst>
      <p:ext uri="{BB962C8B-B14F-4D97-AF65-F5344CB8AC3E}">
        <p14:creationId xmlns:p14="http://schemas.microsoft.com/office/powerpoint/2010/main" val="417819297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217</TotalTime>
  <Words>655</Words>
  <Application>Microsoft Office PowerPoint</Application>
  <PresentationFormat>Widescreen</PresentationFormat>
  <Paragraphs>48</Paragraphs>
  <Slides>12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6" baseType="lpstr">
      <vt:lpstr>Arial</vt:lpstr>
      <vt:lpstr>Calibri</vt:lpstr>
      <vt:lpstr>Calibri Light</vt:lpstr>
      <vt:lpstr>Office Theme</vt:lpstr>
      <vt:lpstr>Venn Diagram</vt:lpstr>
      <vt:lpstr>PowerPoint Presentation</vt:lpstr>
      <vt:lpstr>PowerPoint Presentation</vt:lpstr>
      <vt:lpstr>Sum-of-products (SOP)  </vt:lpstr>
      <vt:lpstr>PowerPoint Presentation</vt:lpstr>
      <vt:lpstr>PowerPoint Presentation</vt:lpstr>
      <vt:lpstr>Product of sums (POS)</vt:lpstr>
      <vt:lpstr>Standard POS</vt:lpstr>
      <vt:lpstr>Converting SOP to standard SOP</vt:lpstr>
      <vt:lpstr>Converting POS to standard POS</vt:lpstr>
      <vt:lpstr>Relationship between minterms and maxterms</vt:lpstr>
      <vt:lpstr>Conversion of standard SOP to POS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Venn Diagram</dc:title>
  <dc:creator>pritam adhikari</dc:creator>
  <cp:lastModifiedBy>pritam adhikari</cp:lastModifiedBy>
  <cp:revision>16</cp:revision>
  <dcterms:created xsi:type="dcterms:W3CDTF">2024-11-30T14:02:37Z</dcterms:created>
  <dcterms:modified xsi:type="dcterms:W3CDTF">2024-12-02T15:21:05Z</dcterms:modified>
</cp:coreProperties>
</file>