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8" r:id="rId9"/>
    <p:sldId id="267" r:id="rId10"/>
    <p:sldId id="266" r:id="rId11"/>
    <p:sldId id="265" r:id="rId12"/>
    <p:sldId id="264" r:id="rId13"/>
    <p:sldId id="270" r:id="rId14"/>
    <p:sldId id="269" r:id="rId15"/>
    <p:sldId id="263" r:id="rId16"/>
    <p:sldId id="273" r:id="rId17"/>
    <p:sldId id="272" r:id="rId18"/>
    <p:sldId id="271" r:id="rId19"/>
    <p:sldId id="276" r:id="rId20"/>
    <p:sldId id="275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68" autoAdjust="0"/>
  </p:normalViewPr>
  <p:slideViewPr>
    <p:cSldViewPr snapToGrid="0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02426-D39F-4932-8A24-518068A5F0F9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DAD70-6467-4658-B644-23B94E4C2F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22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Octal =</a:t>
            </a:r>
            <a:r>
              <a:rPr lang="en-IN" dirty="0" err="1"/>
              <a:t>linux,assembly</a:t>
            </a:r>
            <a:r>
              <a:rPr lang="en-IN" dirty="0"/>
              <a:t> and </a:t>
            </a:r>
            <a:r>
              <a:rPr lang="en-IN" dirty="0" err="1"/>
              <a:t>mechine</a:t>
            </a:r>
            <a:r>
              <a:rPr lang="en-IN" dirty="0"/>
              <a:t> learning code</a:t>
            </a:r>
          </a:p>
          <a:p>
            <a:r>
              <a:rPr lang="en-IN" dirty="0"/>
              <a:t>Hexadecimal =</a:t>
            </a:r>
            <a:r>
              <a:rPr lang="en-IN" dirty="0" err="1"/>
              <a:t>html,css</a:t>
            </a:r>
            <a:r>
              <a:rPr lang="en-IN" dirty="0"/>
              <a:t>…compact on size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DAD70-6467-4658-B644-23B94E4C2F0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250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2F21-A568-3F6B-70DA-E8914DE71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C86B4-AAC5-5152-C6E8-43AD04761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B656A-575D-E485-0FC0-ACD7B673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33E9-38E7-456E-00B7-F4B4A541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8F50B-85E6-298F-96D3-0B252C72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43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FA06A-72B9-8507-7FCB-7041748B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6123C-8886-A783-D666-FF935625F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37263-C407-0625-F02B-76ACAB19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E2D53-8827-C404-3536-57527C40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7E94-59D2-AE45-D2F0-5811FA5B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86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B6A2-7655-469B-F1BD-CA535785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FBBC-B1A3-229C-AC28-81B2E2E7B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7F2F5-927B-D082-3E7D-16C6066F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CFA25-A9F6-51EB-F513-3787929C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4D4C-DD41-FE77-1454-BE53272F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82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D686-E200-0C45-FD04-73C102E2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39E2-C8C7-D619-50EA-D60ABD82F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D390D-0EB6-97B8-488C-31F874D3A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81345-7CCF-8B66-9418-ACD6EED2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191FE-2F48-26AD-3A59-ACD46DDA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AEADB-7FB3-AF55-17D7-2764F166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04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8C46-A16D-CF60-8438-73F50E46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AAFFC-8B74-F84D-BC5C-0B0224A66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C4FEE-2C31-152E-415D-F354333D3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A25AB-743B-095F-2D39-11671AF62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DF93D-0D97-4DF8-7CD9-F033F8453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401AC6-FA95-ECC7-3450-1A52D597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D36A3-CD5B-705C-979D-C4CA06F5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99405-31CF-1115-D85F-3B196A64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52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EF27-98D0-7047-6BDB-64D349B2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0771E-F907-EC0F-A7FB-D871FCA4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99546-C934-8722-0C91-D6353CA4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DB0E-FBD4-8C70-CB90-B964CB67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56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85E7C-28AB-AA31-049E-01D34057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F683B-7AD1-63CF-D0C6-1161746B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DB907-1387-A102-C054-0BBD14B9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48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8D5E-BF81-E43B-7B43-4D4F61575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8DE35-5DF4-1C9A-2B7C-908E8BD51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9BEBC-3F63-2B5D-9468-0353B35A6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08A1E-E05B-4D9B-FD9E-CC14A2E4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CC6F2-9A26-640A-E346-04274D2E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325C0-6578-AFC7-9DB7-267A0C4E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1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702F-E07B-52AB-C72B-C7E11D5B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2380E-D7EC-75AC-B5F8-6BA11B00F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DA185-164E-0EA0-A21F-AF14DA967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69FC2-0256-7678-AC21-4BC428A2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96736-A8AD-FED1-C63D-F326A49E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9FEF2-A515-AC8C-0C67-4EA2C8B4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425D-8670-B316-96EB-1EAD3935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8604E-540B-747D-7F40-323AB5449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1E5B5-8E9E-5443-E007-3FCCBF2E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BFA9-EB03-DBAC-4D93-2E1254CF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C416E-E85C-41B9-81E1-4AEE9373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47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F366A-8CB2-1BBC-14B5-5505EEFCC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7716D-157A-73C0-C14F-9D836A9D4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114B8-B022-8745-ECE4-77373810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30F80-A0FF-7029-80DA-A194B1975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A2140-B963-FD03-BE10-76760415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77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A4353-3A36-3BF5-608A-E3DCB775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52EF7-08F8-5E74-9E9C-2C29E92DD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B1F-5A0E-6241-D2CC-BCF559248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E48BB-A743-4250-AE07-5FC8C217C0F0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8D1C4-A983-95C7-672C-9A0EE2489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1804A-D6D0-FF3D-7222-A9CB900F2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46DCC-F681-4C92-B3E3-9A8A50C34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1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DDAC4-776E-C845-B8B8-0721644E5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44934"/>
            <a:ext cx="11444520" cy="68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4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750E2F-5F60-4E3B-8A0A-94F06B4FF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41" y="0"/>
            <a:ext cx="10891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3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379349-BCBD-82A8-D9D0-79220AE83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4" y="0"/>
            <a:ext cx="11782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7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F6E89E-9A51-2142-8902-0BA6002A4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51" y="0"/>
            <a:ext cx="11139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133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95CA0-A18C-DC78-BA0C-735C9AA57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27" y="0"/>
            <a:ext cx="10731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3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714C0-7C40-2B60-8DD8-4C8CF5475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31" y="0"/>
            <a:ext cx="11415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25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CACA06-E895-1E26-6131-910B5DE82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85" y="0"/>
            <a:ext cx="11611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7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4C831-B266-404D-71F3-D07ED3A0E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26" y="0"/>
            <a:ext cx="9259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0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95E81E-AC28-DE2C-58BF-89754FA5B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" y="0"/>
            <a:ext cx="11326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20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334F8-FE16-E03D-6765-488D9EB39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38" y="0"/>
            <a:ext cx="10679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4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ED2E21-0E4E-81B3-3F66-017AD2341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71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686F3-E831-BBE7-9BC3-0FA676995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48" y="0"/>
            <a:ext cx="11014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4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AE8EA-9229-E34C-E831-57520D06E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191" y="0"/>
            <a:ext cx="9177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72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9EE7C-1A17-F129-18CD-173502940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685" y="0"/>
            <a:ext cx="9328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4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6706A-6B88-451B-7725-852C2891C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336" y="0"/>
            <a:ext cx="8679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2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1150C-C6DC-37EF-67E0-E5F0EDBE1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78" y="0"/>
            <a:ext cx="11459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61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224F3-FDBB-4362-64B2-60BC4F072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99" y="0"/>
            <a:ext cx="11268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32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099B6D-03F7-3659-7613-1535D097D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49" y="0"/>
            <a:ext cx="109591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033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9B1488-52FD-E5D9-532B-09AD7DBF7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77" y="0"/>
            <a:ext cx="10904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71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D04C54-D4B1-0B1E-DD77-55708108C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26" y="0"/>
            <a:ext cx="11719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79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636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19</Words>
  <Application>Microsoft Office PowerPoint</Application>
  <PresentationFormat>Widescreen</PresentationFormat>
  <Paragraphs>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pritam adhikari</dc:creator>
  <cp:lastModifiedBy>pritam adhikari</cp:lastModifiedBy>
  <cp:revision>4</cp:revision>
  <dcterms:created xsi:type="dcterms:W3CDTF">2024-11-20T16:11:27Z</dcterms:created>
  <dcterms:modified xsi:type="dcterms:W3CDTF">2024-11-20T17:43:24Z</dcterms:modified>
</cp:coreProperties>
</file>