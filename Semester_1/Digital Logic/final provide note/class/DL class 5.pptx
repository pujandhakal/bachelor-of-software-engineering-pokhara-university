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289" r:id="rId4"/>
    <p:sldId id="285" r:id="rId5"/>
    <p:sldId id="286" r:id="rId6"/>
    <p:sldId id="287" r:id="rId7"/>
    <p:sldId id="288" r:id="rId8"/>
    <p:sldId id="284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80498-02F0-6A67-9F42-5BB362AF6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D9802-E730-2512-30B5-13EAA9F4B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9F3EB-3A5B-3AB9-FCF9-45BA4A12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40A-D673-4EBB-A909-A9F875437E83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1A526-BC93-CEBE-A849-FB0ABC0E2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BD9A9-57AE-C568-9C06-7E8C9C68F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B502-08CC-4FA9-B36A-B79C28520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507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5E3C-412C-CA8F-C3F1-200465F2D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8310F-2B9B-DF39-9DAF-BA6A057F7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186BA-B869-6405-31AF-9AA5A429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40A-D673-4EBB-A909-A9F875437E83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7D6E2-2E06-D541-E2AA-D6D770048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C263E-7A22-05BA-6C2E-7C15B102F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B502-08CC-4FA9-B36A-B79C28520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69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3526B-74D7-8FBE-6EE6-0963D491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5E084-0241-09DC-9F27-3575E0E70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77DB6-C62A-FF01-C0B6-48DFD68E1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40A-D673-4EBB-A909-A9F875437E83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91EE0-EC46-3AEE-DD99-A22942BC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567E4-C578-8D35-E8CC-D8B7C6B2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B502-08CC-4FA9-B36A-B79C28520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382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C6155-621D-ADE8-FC80-93CD828A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4EF8C-B375-F924-76E5-67E5B2E8D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37880-AB10-B88C-F1F6-7566F7D69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695D6-F1F2-F50C-7F19-0C8228CE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40A-D673-4EBB-A909-A9F875437E83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93C0F-1FEB-BE17-FEF8-20E274296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03655-FF9F-56B2-00C3-26349856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B502-08CC-4FA9-B36A-B79C28520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201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2BC8-6F95-DFA1-2499-0D442F7BC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AB835-D31E-85D3-120A-49C2D87D4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699CB-59D1-5403-CBD6-7F268C0DC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CCF9F-FCC4-26E6-BA91-7F9CB4008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0EC00-B975-67AA-467F-90335D42B2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313796-CF64-2E74-CBF5-5EE264531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40A-D673-4EBB-A909-A9F875437E83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477AC9-5D1C-34E9-3048-7E789CD3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0D20B5-35AE-D63D-6880-8A2E5D4F9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B502-08CC-4FA9-B36A-B79C28520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873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E24D-6AF6-BB62-6838-588894FB9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A299FE-AB9C-1B5B-4857-1D27AB874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40A-D673-4EBB-A909-A9F875437E83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A55E2-818F-38F0-03AD-D72E7AEF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E7222-652A-8CCD-5E1F-E32751FB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B502-08CC-4FA9-B36A-B79C28520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30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32BE0-B816-94A7-774E-7A2CF7CC1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40A-D673-4EBB-A909-A9F875437E83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CB385-EEB5-1927-ACE8-3191A2A0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FC7B1-92F7-99F9-BC33-4D3709D0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B502-08CC-4FA9-B36A-B79C28520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99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DA4FD-2B90-685F-6B30-372275CFD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7B97-7F61-B195-0048-B155CAF0A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04C4B-83C7-FF15-541A-173BDA07B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E12E9-2A5E-C3EA-4E5A-C0F20A438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40A-D673-4EBB-A909-A9F875437E83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3D026-59C4-356C-9378-364E96509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1BF74-E83C-73ED-2853-B18EE8207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B502-08CC-4FA9-B36A-B79C28520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394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68079-4466-7798-00EB-3F3491BF6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5C8467-397E-DDCC-4166-436F085AE9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0B132-4C48-A356-C7F7-443601C1A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37B7F-0270-6FE6-45A1-2995EE328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40A-D673-4EBB-A909-A9F875437E83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3A7DE-90A4-C7EE-6098-1B9A26B7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D18C2-BBF0-66B9-F86D-20152C1B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B502-08CC-4FA9-B36A-B79C28520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31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9AD1-5621-F82A-6C71-CE6E596E9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93459C-07EB-7588-BF57-B372AD789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EA06B-F4FE-7799-6763-D4A1F520B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40A-D673-4EBB-A909-A9F875437E83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6B9ED-2AEA-8113-180C-D4D52E301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8043-90D7-F0D9-7DEF-35BF7C8E7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B502-08CC-4FA9-B36A-B79C28520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002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D0848B-8397-B09F-A9DC-108CC1818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DFFB56-D153-631C-CE3E-3DEAF695B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70152-2DB7-223F-CD37-539ADF3A3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40A-D673-4EBB-A909-A9F875437E83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CB360-40F5-03BC-5022-4E18501C6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1A09C-8949-3897-DA61-CAFE026BD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B502-08CC-4FA9-B36A-B79C28520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85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0773F4-828C-4B80-0BBC-26CC31725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F99F3-5B0A-FA97-2EA2-6459AD189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38AB6-263E-6131-54CE-B9ED899EA6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40A-D673-4EBB-A909-A9F875437E83}" type="datetimeFigureOut">
              <a:rPr lang="en-IN" smtClean="0"/>
              <a:t>29-11-2024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2B762-79CF-453C-09CB-502E820DE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F2E1E-92E2-D649-0AC7-F64CCA921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2B502-08CC-4FA9-B36A-B79C28520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5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4879-9720-1B30-09BC-3FB8362E2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15800" cy="1069848"/>
          </a:xfrm>
        </p:spPr>
        <p:txBody>
          <a:bodyPr/>
          <a:lstStyle/>
          <a:p>
            <a:r>
              <a:rPr lang="en-IN" dirty="0"/>
              <a:t>Boolean Algebra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3654D-73AD-17FE-12B0-519C06A02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472" y="1161289"/>
            <a:ext cx="12051792" cy="5550407"/>
          </a:xfrm>
        </p:spPr>
        <p:txBody>
          <a:bodyPr/>
          <a:lstStyle/>
          <a:p>
            <a:pPr algn="l"/>
            <a:r>
              <a:rPr lang="en-US" sz="2800" dirty="0"/>
              <a:t>In 1854, George Boole developed an algebraic system now called Boolean algebra.</a:t>
            </a:r>
          </a:p>
          <a:p>
            <a:pPr algn="l"/>
            <a:r>
              <a:rPr lang="en-US" sz="2800" dirty="0"/>
              <a:t>Boolean algebra is a system of mathematical logic.</a:t>
            </a:r>
          </a:p>
          <a:p>
            <a:pPr algn="l"/>
            <a:r>
              <a:rPr lang="en-US" sz="2800" dirty="0"/>
              <a:t>It is an algebraic system consisting of the set of elements (0, 1), two binary operators called OR, AND, and one unary operator NOT.</a:t>
            </a:r>
          </a:p>
          <a:p>
            <a:pPr algn="l"/>
            <a:r>
              <a:rPr lang="en-US" sz="2800" dirty="0"/>
              <a:t>It is the basic mathematical tool in the analysis and synthesis of switching/digital circuits. It is a way to express logic functions algebraically.</a:t>
            </a:r>
          </a:p>
          <a:p>
            <a:pPr algn="l"/>
            <a:r>
              <a:rPr lang="en-US" dirty="0"/>
              <a:t>                 AND Law                                                                              OR Law </a:t>
            </a:r>
          </a:p>
          <a:p>
            <a:pPr algn="l"/>
            <a:r>
              <a:rPr lang="en-US" dirty="0"/>
              <a:t>         Law1: A.0=0 (Null law)                                              Law1: A+0=A </a:t>
            </a:r>
          </a:p>
          <a:p>
            <a:pPr algn="l"/>
            <a:r>
              <a:rPr lang="en-US" dirty="0"/>
              <a:t>         Law2: A.1=A (Identity law)                                       Law2: A+1=1 </a:t>
            </a:r>
          </a:p>
          <a:p>
            <a:pPr algn="l"/>
            <a:r>
              <a:rPr lang="en-US" dirty="0"/>
              <a:t>         Law3: A.A=A (Impotence law)                                Law3: A+A=A (Impotence law)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041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4879-9720-1B30-09BC-3FB8362E2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15800" cy="1069848"/>
          </a:xfrm>
        </p:spPr>
        <p:txBody>
          <a:bodyPr/>
          <a:lstStyle/>
          <a:p>
            <a:r>
              <a:rPr lang="en-IN" dirty="0"/>
              <a:t>Boolean Algebra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3654D-73AD-17FE-12B0-519C06A02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1152145"/>
            <a:ext cx="12051792" cy="5550407"/>
          </a:xfrm>
        </p:spPr>
        <p:txBody>
          <a:bodyPr>
            <a:normAutofit/>
          </a:bodyPr>
          <a:lstStyle/>
          <a:p>
            <a:pPr algn="l"/>
            <a:r>
              <a:rPr lang="en-IN" sz="2800" dirty="0"/>
              <a:t>Boolean algebra is a useful tool for simplifying digital circuits. • Why do it? Simpler can mean </a:t>
            </a:r>
            <a:r>
              <a:rPr lang="en-IN" sz="2800" b="1" dirty="0"/>
              <a:t>cheaper, smaller, faster. </a:t>
            </a:r>
          </a:p>
          <a:p>
            <a:pPr algn="l"/>
            <a:r>
              <a:rPr lang="en-IN" sz="2800" dirty="0"/>
              <a:t>• Example:      Simplify F = </a:t>
            </a:r>
            <a:r>
              <a:rPr lang="en-IN" sz="2800" dirty="0" err="1"/>
              <a:t>x’yz</a:t>
            </a:r>
            <a:r>
              <a:rPr lang="en-IN" sz="2800" dirty="0"/>
              <a:t> + </a:t>
            </a:r>
            <a:r>
              <a:rPr lang="en-IN" sz="2800" dirty="0" err="1"/>
              <a:t>x’yz</a:t>
            </a:r>
            <a:r>
              <a:rPr lang="en-IN" sz="2800" dirty="0"/>
              <a:t>’ + </a:t>
            </a:r>
            <a:r>
              <a:rPr lang="en-IN" sz="2800" dirty="0" err="1"/>
              <a:t>xz</a:t>
            </a:r>
            <a:r>
              <a:rPr lang="en-IN" sz="2800" dirty="0"/>
              <a:t>. </a:t>
            </a:r>
          </a:p>
          <a:p>
            <a:pPr algn="l"/>
            <a:r>
              <a:rPr lang="en-IN" sz="2800" dirty="0"/>
              <a:t>          F = </a:t>
            </a:r>
            <a:r>
              <a:rPr lang="en-IN" sz="2800" dirty="0" err="1"/>
              <a:t>x’yz</a:t>
            </a:r>
            <a:r>
              <a:rPr lang="en-IN" sz="2800" dirty="0"/>
              <a:t> + </a:t>
            </a:r>
            <a:r>
              <a:rPr lang="en-IN" sz="2800" dirty="0" err="1"/>
              <a:t>x’yz</a:t>
            </a:r>
            <a:r>
              <a:rPr lang="en-IN" sz="2800" dirty="0"/>
              <a:t>’ + </a:t>
            </a:r>
            <a:r>
              <a:rPr lang="en-IN" sz="2800" dirty="0" err="1"/>
              <a:t>xz</a:t>
            </a:r>
            <a:r>
              <a:rPr lang="en-IN" sz="2800" dirty="0"/>
              <a:t> </a:t>
            </a:r>
          </a:p>
          <a:p>
            <a:pPr algn="l"/>
            <a:r>
              <a:rPr lang="en-IN" sz="2800" dirty="0"/>
              <a:t>             = </a:t>
            </a:r>
            <a:r>
              <a:rPr lang="en-IN" sz="2800" dirty="0" err="1"/>
              <a:t>x’y</a:t>
            </a:r>
            <a:r>
              <a:rPr lang="en-IN" sz="2800" dirty="0"/>
              <a:t>(</a:t>
            </a:r>
            <a:r>
              <a:rPr lang="en-IN" sz="2800" dirty="0" err="1"/>
              <a:t>z+z</a:t>
            </a:r>
            <a:r>
              <a:rPr lang="en-IN" sz="2800" dirty="0"/>
              <a:t>’) + </a:t>
            </a:r>
            <a:r>
              <a:rPr lang="en-IN" sz="2800" dirty="0" err="1"/>
              <a:t>xz</a:t>
            </a:r>
            <a:r>
              <a:rPr lang="en-IN" sz="2800" dirty="0"/>
              <a:t> </a:t>
            </a:r>
          </a:p>
          <a:p>
            <a:pPr algn="l"/>
            <a:r>
              <a:rPr lang="en-IN" sz="2800" dirty="0"/>
              <a:t>             = x’y•1 + </a:t>
            </a:r>
            <a:r>
              <a:rPr lang="en-IN" sz="2800" dirty="0" err="1"/>
              <a:t>xz</a:t>
            </a:r>
            <a:endParaRPr lang="en-IN" sz="2800" dirty="0"/>
          </a:p>
          <a:p>
            <a:pPr algn="l"/>
            <a:r>
              <a:rPr lang="en-IN" sz="2800" dirty="0"/>
              <a:t>             = </a:t>
            </a:r>
            <a:r>
              <a:rPr lang="en-IN" sz="2800" dirty="0" err="1"/>
              <a:t>x’y</a:t>
            </a:r>
            <a:r>
              <a:rPr lang="en-IN" sz="2800" dirty="0"/>
              <a:t> + </a:t>
            </a:r>
            <a:r>
              <a:rPr lang="en-IN" sz="2800" dirty="0" err="1"/>
              <a:t>xz</a:t>
            </a:r>
            <a:r>
              <a:rPr lang="en-IN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30596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64879-9720-1B30-09BC-3FB8362E2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17576"/>
            <a:ext cx="10909640" cy="1249394"/>
          </a:xfrm>
        </p:spPr>
        <p:txBody>
          <a:bodyPr anchor="ctr">
            <a:normAutofit/>
          </a:bodyPr>
          <a:lstStyle/>
          <a:p>
            <a:r>
              <a:rPr lang="en-IN" sz="6600"/>
              <a:t>Boolean Function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3654D-73AD-17FE-12B0-519C06A02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664" y="1809541"/>
            <a:ext cx="10807860" cy="979378"/>
          </a:xfrm>
        </p:spPr>
        <p:txBody>
          <a:bodyPr anchor="ctr">
            <a:normAutofit/>
          </a:bodyPr>
          <a:lstStyle/>
          <a:p>
            <a:r>
              <a:rPr lang="en-US" sz="1800" dirty="0"/>
              <a:t>A Boolean function described by an algebraic expression consists of binary variables, the constants 0 and 1, and the logic operation symbols. For a given value of the binary variables, the function can be equal to either 1 or 0.</a:t>
            </a:r>
            <a:endParaRPr lang="en-IN" sz="1800" dirty="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2A9EF100-3B83-E2B4-98D2-6209367AD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72" y="2633472"/>
            <a:ext cx="11295608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42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 with black text&#10;&#10;Description automatically generated">
            <a:extLst>
              <a:ext uri="{FF2B5EF4-FFF2-40B4-BE49-F238E27FC236}">
                <a16:creationId xmlns:a16="http://schemas.microsoft.com/office/drawing/2014/main" id="{CB1E19F2-8E26-6CAA-8A08-D4B8CB2C7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262" y="0"/>
            <a:ext cx="9466369" cy="677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05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mathematical equation&#10;&#10;Description automatically generated with medium confidence">
            <a:extLst>
              <a:ext uri="{FF2B5EF4-FFF2-40B4-BE49-F238E27FC236}">
                <a16:creationId xmlns:a16="http://schemas.microsoft.com/office/drawing/2014/main" id="{7DA77167-AB9B-5846-2065-976576CE4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34" y="0"/>
            <a:ext cx="9493310" cy="673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233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ath test&#10;&#10;Description automatically generated">
            <a:extLst>
              <a:ext uri="{FF2B5EF4-FFF2-40B4-BE49-F238E27FC236}">
                <a16:creationId xmlns:a16="http://schemas.microsoft.com/office/drawing/2014/main" id="{B7DF49A0-67B3-58AF-4738-5C0A12D70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590" y="0"/>
            <a:ext cx="9544050" cy="681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61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mathematical equation&#10;&#10;Description automatically generated with medium confidence">
            <a:extLst>
              <a:ext uri="{FF2B5EF4-FFF2-40B4-BE49-F238E27FC236}">
                <a16:creationId xmlns:a16="http://schemas.microsoft.com/office/drawing/2014/main" id="{57DDB0BA-AA55-EDC6-5162-A29F48606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40" y="0"/>
            <a:ext cx="9887584" cy="671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42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ircuit&#10;&#10;Description automatically generated">
            <a:extLst>
              <a:ext uri="{FF2B5EF4-FFF2-40B4-BE49-F238E27FC236}">
                <a16:creationId xmlns:a16="http://schemas.microsoft.com/office/drawing/2014/main" id="{F988F53C-D4CB-B748-539F-DE2DACB09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020" y="0"/>
            <a:ext cx="9550908" cy="683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853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ext&#10;&#10;Description automatically generated">
            <a:extLst>
              <a:ext uri="{FF2B5EF4-FFF2-40B4-BE49-F238E27FC236}">
                <a16:creationId xmlns:a16="http://schemas.microsoft.com/office/drawing/2014/main" id="{A7EBF55E-3454-9670-4E8C-33D74E0EE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670" y="-1"/>
            <a:ext cx="9673553" cy="686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773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1DA2F91C-9C72-FB77-1B21-716B6DC9A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997" y="1"/>
            <a:ext cx="9748091" cy="688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844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n inverter using only nand signal&#10;&#10;Description automatically generated">
            <a:extLst>
              <a:ext uri="{FF2B5EF4-FFF2-40B4-BE49-F238E27FC236}">
                <a16:creationId xmlns:a16="http://schemas.microsoft.com/office/drawing/2014/main" id="{0B3DBA20-0626-1737-D0B9-1674B0F2B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892" y="0"/>
            <a:ext cx="9532603" cy="680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41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machine&#10;&#10;Description automatically generated">
            <a:extLst>
              <a:ext uri="{FF2B5EF4-FFF2-40B4-BE49-F238E27FC236}">
                <a16:creationId xmlns:a16="http://schemas.microsoft.com/office/drawing/2014/main" id="{F922AE3F-D62D-F3E3-62D1-501F58F50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22" y="539496"/>
            <a:ext cx="10219003" cy="534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96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1722DAF3-3F22-1068-1111-6939213E8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000" y="0"/>
            <a:ext cx="9488344" cy="675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67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lock diagram&#10;&#10;Description automatically generated">
            <a:extLst>
              <a:ext uri="{FF2B5EF4-FFF2-40B4-BE49-F238E27FC236}">
                <a16:creationId xmlns:a16="http://schemas.microsoft.com/office/drawing/2014/main" id="{079684F9-2BAF-E927-F206-D8AE64D84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761" y="109729"/>
            <a:ext cx="9744039" cy="664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781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ate&#10;&#10;Description automatically generated">
            <a:extLst>
              <a:ext uri="{FF2B5EF4-FFF2-40B4-BE49-F238E27FC236}">
                <a16:creationId xmlns:a16="http://schemas.microsoft.com/office/drawing/2014/main" id="{2FFFA552-B824-19F9-BCFF-EB6A41BF8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953" y="420625"/>
            <a:ext cx="9694093" cy="545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92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ircuit&#10;&#10;Description automatically generated with medium confidence">
            <a:extLst>
              <a:ext uri="{FF2B5EF4-FFF2-40B4-BE49-F238E27FC236}">
                <a16:creationId xmlns:a16="http://schemas.microsoft.com/office/drawing/2014/main" id="{9FF897A5-03DF-F9D3-C87F-815B98292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632" y="1"/>
            <a:ext cx="9498287" cy="677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92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4A3586E8-30B0-7799-84AD-EBC1473BC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88" y="109728"/>
            <a:ext cx="10823459" cy="660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089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2987B5F8-AB34-61D6-B199-9BBBDF765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798" y="1"/>
            <a:ext cx="9610417" cy="681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25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262</Words>
  <Application>Microsoft Office PowerPoint</Application>
  <PresentationFormat>Widescreen</PresentationFormat>
  <Paragraphs>18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Boolean Algebra</vt:lpstr>
      <vt:lpstr>Boolean Algebra</vt:lpstr>
      <vt:lpstr>Boolean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pritam adhikari</dc:creator>
  <cp:lastModifiedBy>pritam adhikari</cp:lastModifiedBy>
  <cp:revision>8</cp:revision>
  <dcterms:created xsi:type="dcterms:W3CDTF">2024-11-27T14:26:44Z</dcterms:created>
  <dcterms:modified xsi:type="dcterms:W3CDTF">2024-11-29T13:28:39Z</dcterms:modified>
</cp:coreProperties>
</file>