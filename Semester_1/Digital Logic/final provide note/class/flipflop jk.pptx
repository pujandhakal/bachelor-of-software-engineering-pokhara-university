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2" r:id="rId5"/>
    <p:sldId id="261" r:id="rId6"/>
    <p:sldId id="260" r:id="rId7"/>
    <p:sldId id="259" r:id="rId8"/>
    <p:sldId id="258"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D16EA9-8699-44FA-8237-7579CF89E718}" v="8" dt="2025-01-15T17:32:18.6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tam adhikari" userId="b110053650bdc76b" providerId="LiveId" clId="{85D16EA9-8699-44FA-8237-7579CF89E718}"/>
    <pc:docChg chg="undo custSel addSld delSld modSld">
      <pc:chgData name="pritam adhikari" userId="b110053650bdc76b" providerId="LiveId" clId="{85D16EA9-8699-44FA-8237-7579CF89E718}" dt="2025-01-15T17:32:42.662" v="229" actId="2890"/>
      <pc:docMkLst>
        <pc:docMk/>
      </pc:docMkLst>
      <pc:sldChg chg="addSp delSp modSp new mod">
        <pc:chgData name="pritam adhikari" userId="b110053650bdc76b" providerId="LiveId" clId="{85D16EA9-8699-44FA-8237-7579CF89E718}" dt="2025-01-15T17:10:51.567" v="25" actId="1076"/>
        <pc:sldMkLst>
          <pc:docMk/>
          <pc:sldMk cId="707531180" sldId="256"/>
        </pc:sldMkLst>
        <pc:spChg chg="mod">
          <ac:chgData name="pritam adhikari" userId="b110053650bdc76b" providerId="LiveId" clId="{85D16EA9-8699-44FA-8237-7579CF89E718}" dt="2025-01-15T17:10:29.283" v="22" actId="122"/>
          <ac:spMkLst>
            <pc:docMk/>
            <pc:sldMk cId="707531180" sldId="256"/>
            <ac:spMk id="2" creationId="{A19B3CB4-924E-D7B4-300C-48ABE714B10D}"/>
          </ac:spMkLst>
        </pc:spChg>
        <pc:spChg chg="del mod">
          <ac:chgData name="pritam adhikari" userId="b110053650bdc76b" providerId="LiveId" clId="{85D16EA9-8699-44FA-8237-7579CF89E718}" dt="2025-01-15T17:10:44.354" v="23" actId="931"/>
          <ac:spMkLst>
            <pc:docMk/>
            <pc:sldMk cId="707531180" sldId="256"/>
            <ac:spMk id="3" creationId="{41ACA273-B741-E996-68FD-3C0D0665ABBA}"/>
          </ac:spMkLst>
        </pc:spChg>
        <pc:picChg chg="add mod">
          <ac:chgData name="pritam adhikari" userId="b110053650bdc76b" providerId="LiveId" clId="{85D16EA9-8699-44FA-8237-7579CF89E718}" dt="2025-01-15T17:10:51.567" v="25" actId="1076"/>
          <ac:picMkLst>
            <pc:docMk/>
            <pc:sldMk cId="707531180" sldId="256"/>
            <ac:picMk id="5" creationId="{B4EE05E7-9344-C215-1981-DFAF632D6D01}"/>
          </ac:picMkLst>
        </pc:picChg>
      </pc:sldChg>
      <pc:sldChg chg="new del">
        <pc:chgData name="pritam adhikari" userId="b110053650bdc76b" providerId="LiveId" clId="{85D16EA9-8699-44FA-8237-7579CF89E718}" dt="2025-01-15T17:09:44.259" v="1" actId="47"/>
        <pc:sldMkLst>
          <pc:docMk/>
          <pc:sldMk cId="2181898478" sldId="256"/>
        </pc:sldMkLst>
      </pc:sldChg>
      <pc:sldChg chg="addSp delSp modSp add mod">
        <pc:chgData name="pritam adhikari" userId="b110053650bdc76b" providerId="LiveId" clId="{85D16EA9-8699-44FA-8237-7579CF89E718}" dt="2025-01-15T17:13:18.213" v="53" actId="1076"/>
        <pc:sldMkLst>
          <pc:docMk/>
          <pc:sldMk cId="3578116020" sldId="257"/>
        </pc:sldMkLst>
        <pc:spChg chg="mod">
          <ac:chgData name="pritam adhikari" userId="b110053650bdc76b" providerId="LiveId" clId="{85D16EA9-8699-44FA-8237-7579CF89E718}" dt="2025-01-15T17:12:59.683" v="49" actId="20577"/>
          <ac:spMkLst>
            <pc:docMk/>
            <pc:sldMk cId="3578116020" sldId="257"/>
            <ac:spMk id="2" creationId="{A19B3CB4-924E-D7B4-300C-48ABE714B10D}"/>
          </ac:spMkLst>
        </pc:spChg>
        <pc:spChg chg="add del mod">
          <ac:chgData name="pritam adhikari" userId="b110053650bdc76b" providerId="LiveId" clId="{85D16EA9-8699-44FA-8237-7579CF89E718}" dt="2025-01-15T17:13:08.736" v="50" actId="931"/>
          <ac:spMkLst>
            <pc:docMk/>
            <pc:sldMk cId="3578116020" sldId="257"/>
            <ac:spMk id="4" creationId="{D076CAB0-9008-FBAD-DE48-92859AFE8A05}"/>
          </ac:spMkLst>
        </pc:spChg>
        <pc:picChg chg="del mod">
          <ac:chgData name="pritam adhikari" userId="b110053650bdc76b" providerId="LiveId" clId="{85D16EA9-8699-44FA-8237-7579CF89E718}" dt="2025-01-15T17:11:00.095" v="28" actId="478"/>
          <ac:picMkLst>
            <pc:docMk/>
            <pc:sldMk cId="3578116020" sldId="257"/>
            <ac:picMk id="5" creationId="{B4EE05E7-9344-C215-1981-DFAF632D6D01}"/>
          </ac:picMkLst>
        </pc:picChg>
        <pc:picChg chg="add mod">
          <ac:chgData name="pritam adhikari" userId="b110053650bdc76b" providerId="LiveId" clId="{85D16EA9-8699-44FA-8237-7579CF89E718}" dt="2025-01-15T17:13:18.213" v="53" actId="1076"/>
          <ac:picMkLst>
            <pc:docMk/>
            <pc:sldMk cId="3578116020" sldId="257"/>
            <ac:picMk id="7" creationId="{D818F09A-DB7F-D79B-2BC9-0F88C058FAC5}"/>
          </ac:picMkLst>
        </pc:picChg>
      </pc:sldChg>
      <pc:sldChg chg="addSp delSp modSp add mod">
        <pc:chgData name="pritam adhikari" userId="b110053650bdc76b" providerId="LiveId" clId="{85D16EA9-8699-44FA-8237-7579CF89E718}" dt="2025-01-15T17:32:21.038" v="224" actId="1076"/>
        <pc:sldMkLst>
          <pc:docMk/>
          <pc:sldMk cId="1096723728" sldId="258"/>
        </pc:sldMkLst>
        <pc:spChg chg="mod">
          <ac:chgData name="pritam adhikari" userId="b110053650bdc76b" providerId="LiveId" clId="{85D16EA9-8699-44FA-8237-7579CF89E718}" dt="2025-01-15T17:32:12.388" v="222" actId="20577"/>
          <ac:spMkLst>
            <pc:docMk/>
            <pc:sldMk cId="1096723728" sldId="258"/>
            <ac:spMk id="2" creationId="{A19B3CB4-924E-D7B4-300C-48ABE714B10D}"/>
          </ac:spMkLst>
        </pc:spChg>
        <pc:spChg chg="del">
          <ac:chgData name="pritam adhikari" userId="b110053650bdc76b" providerId="LiveId" clId="{85D16EA9-8699-44FA-8237-7579CF89E718}" dt="2025-01-15T17:32:18.680" v="223" actId="931"/>
          <ac:spMkLst>
            <pc:docMk/>
            <pc:sldMk cId="1096723728" sldId="258"/>
            <ac:spMk id="4" creationId="{D076CAB0-9008-FBAD-DE48-92859AFE8A05}"/>
          </ac:spMkLst>
        </pc:spChg>
        <pc:picChg chg="add mod">
          <ac:chgData name="pritam adhikari" userId="b110053650bdc76b" providerId="LiveId" clId="{85D16EA9-8699-44FA-8237-7579CF89E718}" dt="2025-01-15T17:32:21.038" v="224" actId="1076"/>
          <ac:picMkLst>
            <pc:docMk/>
            <pc:sldMk cId="1096723728" sldId="258"/>
            <ac:picMk id="5" creationId="{4B51506C-488E-C513-0C71-FE2FF7398C66}"/>
          </ac:picMkLst>
        </pc:picChg>
      </pc:sldChg>
      <pc:sldChg chg="addSp delSp modSp add mod">
        <pc:chgData name="pritam adhikari" userId="b110053650bdc76b" providerId="LiveId" clId="{85D16EA9-8699-44FA-8237-7579CF89E718}" dt="2025-01-15T17:30:55.858" v="201" actId="20577"/>
        <pc:sldMkLst>
          <pc:docMk/>
          <pc:sldMk cId="4216741787" sldId="259"/>
        </pc:sldMkLst>
        <pc:spChg chg="mod">
          <ac:chgData name="pritam adhikari" userId="b110053650bdc76b" providerId="LiveId" clId="{85D16EA9-8699-44FA-8237-7579CF89E718}" dt="2025-01-15T17:30:55.858" v="201" actId="20577"/>
          <ac:spMkLst>
            <pc:docMk/>
            <pc:sldMk cId="4216741787" sldId="259"/>
            <ac:spMk id="2" creationId="{A19B3CB4-924E-D7B4-300C-48ABE714B10D}"/>
          </ac:spMkLst>
        </pc:spChg>
        <pc:spChg chg="del">
          <ac:chgData name="pritam adhikari" userId="b110053650bdc76b" providerId="LiveId" clId="{85D16EA9-8699-44FA-8237-7579CF89E718}" dt="2025-01-15T17:30:37.758" v="185" actId="931"/>
          <ac:spMkLst>
            <pc:docMk/>
            <pc:sldMk cId="4216741787" sldId="259"/>
            <ac:spMk id="4" creationId="{D076CAB0-9008-FBAD-DE48-92859AFE8A05}"/>
          </ac:spMkLst>
        </pc:spChg>
        <pc:picChg chg="add mod">
          <ac:chgData name="pritam adhikari" userId="b110053650bdc76b" providerId="LiveId" clId="{85D16EA9-8699-44FA-8237-7579CF89E718}" dt="2025-01-15T17:30:47.418" v="188" actId="1076"/>
          <ac:picMkLst>
            <pc:docMk/>
            <pc:sldMk cId="4216741787" sldId="259"/>
            <ac:picMk id="5" creationId="{C66C710E-C9F2-68A1-5F7A-BE009EBCB0EF}"/>
          </ac:picMkLst>
        </pc:picChg>
      </pc:sldChg>
      <pc:sldChg chg="modSp add mod">
        <pc:chgData name="pritam adhikari" userId="b110053650bdc76b" providerId="LiveId" clId="{85D16EA9-8699-44FA-8237-7579CF89E718}" dt="2025-01-15T17:30:15.215" v="184" actId="123"/>
        <pc:sldMkLst>
          <pc:docMk/>
          <pc:sldMk cId="3545405223" sldId="260"/>
        </pc:sldMkLst>
        <pc:spChg chg="mod">
          <ac:chgData name="pritam adhikari" userId="b110053650bdc76b" providerId="LiveId" clId="{85D16EA9-8699-44FA-8237-7579CF89E718}" dt="2025-01-15T17:28:40.662" v="181" actId="20577"/>
          <ac:spMkLst>
            <pc:docMk/>
            <pc:sldMk cId="3545405223" sldId="260"/>
            <ac:spMk id="2" creationId="{A19B3CB4-924E-D7B4-300C-48ABE714B10D}"/>
          </ac:spMkLst>
        </pc:spChg>
        <pc:spChg chg="mod">
          <ac:chgData name="pritam adhikari" userId="b110053650bdc76b" providerId="LiveId" clId="{85D16EA9-8699-44FA-8237-7579CF89E718}" dt="2025-01-15T17:30:15.215" v="184" actId="123"/>
          <ac:spMkLst>
            <pc:docMk/>
            <pc:sldMk cId="3545405223" sldId="260"/>
            <ac:spMk id="4" creationId="{D076CAB0-9008-FBAD-DE48-92859AFE8A05}"/>
          </ac:spMkLst>
        </pc:spChg>
      </pc:sldChg>
      <pc:sldChg chg="modSp add mod">
        <pc:chgData name="pritam adhikari" userId="b110053650bdc76b" providerId="LiveId" clId="{85D16EA9-8699-44FA-8237-7579CF89E718}" dt="2025-01-15T17:27:04.213" v="168" actId="20577"/>
        <pc:sldMkLst>
          <pc:docMk/>
          <pc:sldMk cId="998128950" sldId="261"/>
        </pc:sldMkLst>
        <pc:spChg chg="mod">
          <ac:chgData name="pritam adhikari" userId="b110053650bdc76b" providerId="LiveId" clId="{85D16EA9-8699-44FA-8237-7579CF89E718}" dt="2025-01-15T17:23:08.086" v="149" actId="20577"/>
          <ac:spMkLst>
            <pc:docMk/>
            <pc:sldMk cId="998128950" sldId="261"/>
            <ac:spMk id="2" creationId="{A19B3CB4-924E-D7B4-300C-48ABE714B10D}"/>
          </ac:spMkLst>
        </pc:spChg>
        <pc:spChg chg="mod">
          <ac:chgData name="pritam adhikari" userId="b110053650bdc76b" providerId="LiveId" clId="{85D16EA9-8699-44FA-8237-7579CF89E718}" dt="2025-01-15T17:27:04.213" v="168" actId="20577"/>
          <ac:spMkLst>
            <pc:docMk/>
            <pc:sldMk cId="998128950" sldId="261"/>
            <ac:spMk id="4" creationId="{D076CAB0-9008-FBAD-DE48-92859AFE8A05}"/>
          </ac:spMkLst>
        </pc:spChg>
      </pc:sldChg>
      <pc:sldChg chg="addSp delSp modSp add mod">
        <pc:chgData name="pritam adhikari" userId="b110053650bdc76b" providerId="LiveId" clId="{85D16EA9-8699-44FA-8237-7579CF89E718}" dt="2025-01-15T17:22:23.008" v="137" actId="403"/>
        <pc:sldMkLst>
          <pc:docMk/>
          <pc:sldMk cId="4223500520" sldId="262"/>
        </pc:sldMkLst>
        <pc:spChg chg="mod">
          <ac:chgData name="pritam adhikari" userId="b110053650bdc76b" providerId="LiveId" clId="{85D16EA9-8699-44FA-8237-7579CF89E718}" dt="2025-01-15T17:15:31.209" v="98" actId="313"/>
          <ac:spMkLst>
            <pc:docMk/>
            <pc:sldMk cId="4223500520" sldId="262"/>
            <ac:spMk id="2" creationId="{A19B3CB4-924E-D7B4-300C-48ABE714B10D}"/>
          </ac:spMkLst>
        </pc:spChg>
        <pc:spChg chg="del">
          <ac:chgData name="pritam adhikari" userId="b110053650bdc76b" providerId="LiveId" clId="{85D16EA9-8699-44FA-8237-7579CF89E718}" dt="2025-01-15T17:15:59.742" v="99" actId="3680"/>
          <ac:spMkLst>
            <pc:docMk/>
            <pc:sldMk cId="4223500520" sldId="262"/>
            <ac:spMk id="4" creationId="{D076CAB0-9008-FBAD-DE48-92859AFE8A05}"/>
          </ac:spMkLst>
        </pc:spChg>
        <pc:spChg chg="add del mod">
          <ac:chgData name="pritam adhikari" userId="b110053650bdc76b" providerId="LiveId" clId="{85D16EA9-8699-44FA-8237-7579CF89E718}" dt="2025-01-15T17:21:50.158" v="125"/>
          <ac:spMkLst>
            <pc:docMk/>
            <pc:sldMk cId="4223500520" sldId="262"/>
            <ac:spMk id="6" creationId="{BA57EC2F-CD94-DF07-B9A1-4476A4F2618E}"/>
          </ac:spMkLst>
        </pc:spChg>
        <pc:graphicFrameChg chg="add del mod ord modGraphic">
          <ac:chgData name="pritam adhikari" userId="b110053650bdc76b" providerId="LiveId" clId="{85D16EA9-8699-44FA-8237-7579CF89E718}" dt="2025-01-15T17:21:29.723" v="116" actId="478"/>
          <ac:graphicFrameMkLst>
            <pc:docMk/>
            <pc:sldMk cId="4223500520" sldId="262"/>
            <ac:graphicFrameMk id="3" creationId="{33AAE819-AE93-A16E-0297-CBA2D7B45BCC}"/>
          </ac:graphicFrameMkLst>
        </pc:graphicFrameChg>
        <pc:graphicFrameChg chg="add del mod modGraphic">
          <ac:chgData name="pritam adhikari" userId="b110053650bdc76b" providerId="LiveId" clId="{85D16EA9-8699-44FA-8237-7579CF89E718}" dt="2025-01-15T17:21:44.575" v="124"/>
          <ac:graphicFrameMkLst>
            <pc:docMk/>
            <pc:sldMk cId="4223500520" sldId="262"/>
            <ac:graphicFrameMk id="7" creationId="{587D7C93-5E65-1791-2961-EF4A8F9F1465}"/>
          </ac:graphicFrameMkLst>
        </pc:graphicFrameChg>
        <pc:graphicFrameChg chg="add mod modGraphic">
          <ac:chgData name="pritam adhikari" userId="b110053650bdc76b" providerId="LiveId" clId="{85D16EA9-8699-44FA-8237-7579CF89E718}" dt="2025-01-15T17:22:23.008" v="137" actId="403"/>
          <ac:graphicFrameMkLst>
            <pc:docMk/>
            <pc:sldMk cId="4223500520" sldId="262"/>
            <ac:graphicFrameMk id="8" creationId="{8061C746-3C08-EB30-0DDD-ECF81B2BC981}"/>
          </ac:graphicFrameMkLst>
        </pc:graphicFrameChg>
      </pc:sldChg>
      <pc:sldChg chg="addSp delSp modSp add mod">
        <pc:chgData name="pritam adhikari" userId="b110053650bdc76b" providerId="LiveId" clId="{85D16EA9-8699-44FA-8237-7579CF89E718}" dt="2025-01-15T17:15:16.486" v="78" actId="20577"/>
        <pc:sldMkLst>
          <pc:docMk/>
          <pc:sldMk cId="2133724784" sldId="263"/>
        </pc:sldMkLst>
        <pc:spChg chg="mod">
          <ac:chgData name="pritam adhikari" userId="b110053650bdc76b" providerId="LiveId" clId="{85D16EA9-8699-44FA-8237-7579CF89E718}" dt="2025-01-15T17:15:16.486" v="78" actId="20577"/>
          <ac:spMkLst>
            <pc:docMk/>
            <pc:sldMk cId="2133724784" sldId="263"/>
            <ac:spMk id="2" creationId="{A19B3CB4-924E-D7B4-300C-48ABE714B10D}"/>
          </ac:spMkLst>
        </pc:spChg>
        <pc:spChg chg="del">
          <ac:chgData name="pritam adhikari" userId="b110053650bdc76b" providerId="LiveId" clId="{85D16EA9-8699-44FA-8237-7579CF89E718}" dt="2025-01-15T17:13:52.913" v="74" actId="931"/>
          <ac:spMkLst>
            <pc:docMk/>
            <pc:sldMk cId="2133724784" sldId="263"/>
            <ac:spMk id="4" creationId="{D076CAB0-9008-FBAD-DE48-92859AFE8A05}"/>
          </ac:spMkLst>
        </pc:spChg>
        <pc:picChg chg="add mod">
          <ac:chgData name="pritam adhikari" userId="b110053650bdc76b" providerId="LiveId" clId="{85D16EA9-8699-44FA-8237-7579CF89E718}" dt="2025-01-15T17:13:59.098" v="76" actId="14100"/>
          <ac:picMkLst>
            <pc:docMk/>
            <pc:sldMk cId="2133724784" sldId="263"/>
            <ac:picMk id="5" creationId="{BE12473D-CBC2-39B6-13AD-95AA98C5026E}"/>
          </ac:picMkLst>
        </pc:picChg>
      </pc:sldChg>
      <pc:sldChg chg="addSp delSp modSp add mod">
        <pc:chgData name="pritam adhikari" userId="b110053650bdc76b" providerId="LiveId" clId="{85D16EA9-8699-44FA-8237-7579CF89E718}" dt="2025-01-15T17:32:34.873" v="226" actId="478"/>
        <pc:sldMkLst>
          <pc:docMk/>
          <pc:sldMk cId="890083510" sldId="264"/>
        </pc:sldMkLst>
        <pc:spChg chg="add mod">
          <ac:chgData name="pritam adhikari" userId="b110053650bdc76b" providerId="LiveId" clId="{85D16EA9-8699-44FA-8237-7579CF89E718}" dt="2025-01-15T17:32:34.873" v="226" actId="478"/>
          <ac:spMkLst>
            <pc:docMk/>
            <pc:sldMk cId="890083510" sldId="264"/>
            <ac:spMk id="4" creationId="{2427A4A3-32F3-9D44-A1EB-DD78CCE6EE6A}"/>
          </ac:spMkLst>
        </pc:spChg>
        <pc:picChg chg="del">
          <ac:chgData name="pritam adhikari" userId="b110053650bdc76b" providerId="LiveId" clId="{85D16EA9-8699-44FA-8237-7579CF89E718}" dt="2025-01-15T17:32:34.873" v="226" actId="478"/>
          <ac:picMkLst>
            <pc:docMk/>
            <pc:sldMk cId="890083510" sldId="264"/>
            <ac:picMk id="5" creationId="{4B51506C-488E-C513-0C71-FE2FF7398C66}"/>
          </ac:picMkLst>
        </pc:picChg>
      </pc:sldChg>
      <pc:sldChg chg="add">
        <pc:chgData name="pritam adhikari" userId="b110053650bdc76b" providerId="LiveId" clId="{85D16EA9-8699-44FA-8237-7579CF89E718}" dt="2025-01-15T17:32:38.194" v="227" actId="2890"/>
        <pc:sldMkLst>
          <pc:docMk/>
          <pc:sldMk cId="3964735244" sldId="265"/>
        </pc:sldMkLst>
      </pc:sldChg>
      <pc:sldChg chg="add">
        <pc:chgData name="pritam adhikari" userId="b110053650bdc76b" providerId="LiveId" clId="{85D16EA9-8699-44FA-8237-7579CF89E718}" dt="2025-01-15T17:32:40.591" v="228" actId="2890"/>
        <pc:sldMkLst>
          <pc:docMk/>
          <pc:sldMk cId="2693968365" sldId="266"/>
        </pc:sldMkLst>
      </pc:sldChg>
      <pc:sldChg chg="add">
        <pc:chgData name="pritam adhikari" userId="b110053650bdc76b" providerId="LiveId" clId="{85D16EA9-8699-44FA-8237-7579CF89E718}" dt="2025-01-15T17:32:42.662" v="229" actId="2890"/>
        <pc:sldMkLst>
          <pc:docMk/>
          <pc:sldMk cId="711515204" sldId="26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60E1F-9F49-7E16-C36C-87C78427E9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7567C1-5A70-CEA1-5BBD-B86DD950DF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D4E1B8D-25D4-32C8-4BD7-F711272F7AB1}"/>
              </a:ext>
            </a:extLst>
          </p:cNvPr>
          <p:cNvSpPr>
            <a:spLocks noGrp="1"/>
          </p:cNvSpPr>
          <p:nvPr>
            <p:ph type="dt" sz="half" idx="10"/>
          </p:nvPr>
        </p:nvSpPr>
        <p:spPr/>
        <p:txBody>
          <a:bodyPr/>
          <a:lstStyle/>
          <a:p>
            <a:fld id="{18B4ABBC-60DC-4AFD-BFB0-E0566C8A272A}" type="datetimeFigureOut">
              <a:rPr lang="en-IN" smtClean="0"/>
              <a:t>16-01-2025</a:t>
            </a:fld>
            <a:endParaRPr lang="en-IN"/>
          </a:p>
        </p:txBody>
      </p:sp>
      <p:sp>
        <p:nvSpPr>
          <p:cNvPr id="5" name="Footer Placeholder 4">
            <a:extLst>
              <a:ext uri="{FF2B5EF4-FFF2-40B4-BE49-F238E27FC236}">
                <a16:creationId xmlns:a16="http://schemas.microsoft.com/office/drawing/2014/main" id="{B402C405-2713-5AFD-0191-FBC022D1F6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09DD06-C4C6-5CCB-4818-C850752A2371}"/>
              </a:ext>
            </a:extLst>
          </p:cNvPr>
          <p:cNvSpPr>
            <a:spLocks noGrp="1"/>
          </p:cNvSpPr>
          <p:nvPr>
            <p:ph type="sldNum" sz="quarter" idx="12"/>
          </p:nvPr>
        </p:nvSpPr>
        <p:spPr/>
        <p:txBody>
          <a:bodyPr/>
          <a:lstStyle/>
          <a:p>
            <a:fld id="{AF808536-141D-4931-A5F0-2114DB88FBC1}" type="slidenum">
              <a:rPr lang="en-IN" smtClean="0"/>
              <a:t>‹#›</a:t>
            </a:fld>
            <a:endParaRPr lang="en-IN"/>
          </a:p>
        </p:txBody>
      </p:sp>
    </p:spTree>
    <p:extLst>
      <p:ext uri="{BB962C8B-B14F-4D97-AF65-F5344CB8AC3E}">
        <p14:creationId xmlns:p14="http://schemas.microsoft.com/office/powerpoint/2010/main" val="823164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265F2-C45F-4FE3-50CD-0B1EC916CA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0451BD-28A4-73A9-C887-6B2B7E19D7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45421B-8352-CD6E-CA98-202A6DFAAF48}"/>
              </a:ext>
            </a:extLst>
          </p:cNvPr>
          <p:cNvSpPr>
            <a:spLocks noGrp="1"/>
          </p:cNvSpPr>
          <p:nvPr>
            <p:ph type="dt" sz="half" idx="10"/>
          </p:nvPr>
        </p:nvSpPr>
        <p:spPr/>
        <p:txBody>
          <a:bodyPr/>
          <a:lstStyle/>
          <a:p>
            <a:fld id="{18B4ABBC-60DC-4AFD-BFB0-E0566C8A272A}" type="datetimeFigureOut">
              <a:rPr lang="en-IN" smtClean="0"/>
              <a:t>16-01-2025</a:t>
            </a:fld>
            <a:endParaRPr lang="en-IN"/>
          </a:p>
        </p:txBody>
      </p:sp>
      <p:sp>
        <p:nvSpPr>
          <p:cNvPr id="5" name="Footer Placeholder 4">
            <a:extLst>
              <a:ext uri="{FF2B5EF4-FFF2-40B4-BE49-F238E27FC236}">
                <a16:creationId xmlns:a16="http://schemas.microsoft.com/office/drawing/2014/main" id="{CF44EF8E-157E-ABC2-B279-5C065104EC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5E606C-8AFB-AD0B-B501-478393E04FBB}"/>
              </a:ext>
            </a:extLst>
          </p:cNvPr>
          <p:cNvSpPr>
            <a:spLocks noGrp="1"/>
          </p:cNvSpPr>
          <p:nvPr>
            <p:ph type="sldNum" sz="quarter" idx="12"/>
          </p:nvPr>
        </p:nvSpPr>
        <p:spPr/>
        <p:txBody>
          <a:bodyPr/>
          <a:lstStyle/>
          <a:p>
            <a:fld id="{AF808536-141D-4931-A5F0-2114DB88FBC1}" type="slidenum">
              <a:rPr lang="en-IN" smtClean="0"/>
              <a:t>‹#›</a:t>
            </a:fld>
            <a:endParaRPr lang="en-IN"/>
          </a:p>
        </p:txBody>
      </p:sp>
    </p:spTree>
    <p:extLst>
      <p:ext uri="{BB962C8B-B14F-4D97-AF65-F5344CB8AC3E}">
        <p14:creationId xmlns:p14="http://schemas.microsoft.com/office/powerpoint/2010/main" val="1824270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C9589-F9C5-5980-6A7D-5624887EB4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A92D786-352B-76C3-2505-D09DD0A518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1670F5-4E58-9164-43B7-EE3CBF1FAED4}"/>
              </a:ext>
            </a:extLst>
          </p:cNvPr>
          <p:cNvSpPr>
            <a:spLocks noGrp="1"/>
          </p:cNvSpPr>
          <p:nvPr>
            <p:ph type="dt" sz="half" idx="10"/>
          </p:nvPr>
        </p:nvSpPr>
        <p:spPr/>
        <p:txBody>
          <a:bodyPr/>
          <a:lstStyle/>
          <a:p>
            <a:fld id="{18B4ABBC-60DC-4AFD-BFB0-E0566C8A272A}" type="datetimeFigureOut">
              <a:rPr lang="en-IN" smtClean="0"/>
              <a:t>16-01-2025</a:t>
            </a:fld>
            <a:endParaRPr lang="en-IN"/>
          </a:p>
        </p:txBody>
      </p:sp>
      <p:sp>
        <p:nvSpPr>
          <p:cNvPr id="5" name="Footer Placeholder 4">
            <a:extLst>
              <a:ext uri="{FF2B5EF4-FFF2-40B4-BE49-F238E27FC236}">
                <a16:creationId xmlns:a16="http://schemas.microsoft.com/office/drawing/2014/main" id="{2CEDB826-C710-DD94-23DB-FA518FE223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A96F64-CC68-B597-1CA6-1E18FE486389}"/>
              </a:ext>
            </a:extLst>
          </p:cNvPr>
          <p:cNvSpPr>
            <a:spLocks noGrp="1"/>
          </p:cNvSpPr>
          <p:nvPr>
            <p:ph type="sldNum" sz="quarter" idx="12"/>
          </p:nvPr>
        </p:nvSpPr>
        <p:spPr/>
        <p:txBody>
          <a:bodyPr/>
          <a:lstStyle/>
          <a:p>
            <a:fld id="{AF808536-141D-4931-A5F0-2114DB88FBC1}" type="slidenum">
              <a:rPr lang="en-IN" smtClean="0"/>
              <a:t>‹#›</a:t>
            </a:fld>
            <a:endParaRPr lang="en-IN"/>
          </a:p>
        </p:txBody>
      </p:sp>
    </p:spTree>
    <p:extLst>
      <p:ext uri="{BB962C8B-B14F-4D97-AF65-F5344CB8AC3E}">
        <p14:creationId xmlns:p14="http://schemas.microsoft.com/office/powerpoint/2010/main" val="438332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B2887-EDBB-DD64-9690-A2291878A4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A09F5B6-7070-C4C3-8C57-82C881478A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2F7738D-FD4B-9D47-694C-62D67E187C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514FD8-757C-C7D0-0A4E-1CA6223EB194}"/>
              </a:ext>
            </a:extLst>
          </p:cNvPr>
          <p:cNvSpPr>
            <a:spLocks noGrp="1"/>
          </p:cNvSpPr>
          <p:nvPr>
            <p:ph type="dt" sz="half" idx="10"/>
          </p:nvPr>
        </p:nvSpPr>
        <p:spPr/>
        <p:txBody>
          <a:bodyPr/>
          <a:lstStyle/>
          <a:p>
            <a:fld id="{18B4ABBC-60DC-4AFD-BFB0-E0566C8A272A}" type="datetimeFigureOut">
              <a:rPr lang="en-IN" smtClean="0"/>
              <a:t>16-01-2025</a:t>
            </a:fld>
            <a:endParaRPr lang="en-IN"/>
          </a:p>
        </p:txBody>
      </p:sp>
      <p:sp>
        <p:nvSpPr>
          <p:cNvPr id="6" name="Footer Placeholder 5">
            <a:extLst>
              <a:ext uri="{FF2B5EF4-FFF2-40B4-BE49-F238E27FC236}">
                <a16:creationId xmlns:a16="http://schemas.microsoft.com/office/drawing/2014/main" id="{806DDEA2-36C8-8AC6-DDFA-A4F0CF6B33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2ECCBC-9112-EA3E-5A0A-2AB747C76803}"/>
              </a:ext>
            </a:extLst>
          </p:cNvPr>
          <p:cNvSpPr>
            <a:spLocks noGrp="1"/>
          </p:cNvSpPr>
          <p:nvPr>
            <p:ph type="sldNum" sz="quarter" idx="12"/>
          </p:nvPr>
        </p:nvSpPr>
        <p:spPr/>
        <p:txBody>
          <a:bodyPr/>
          <a:lstStyle/>
          <a:p>
            <a:fld id="{AF808536-141D-4931-A5F0-2114DB88FBC1}" type="slidenum">
              <a:rPr lang="en-IN" smtClean="0"/>
              <a:t>‹#›</a:t>
            </a:fld>
            <a:endParaRPr lang="en-IN"/>
          </a:p>
        </p:txBody>
      </p:sp>
    </p:spTree>
    <p:extLst>
      <p:ext uri="{BB962C8B-B14F-4D97-AF65-F5344CB8AC3E}">
        <p14:creationId xmlns:p14="http://schemas.microsoft.com/office/powerpoint/2010/main" val="4060881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2BD68-4181-19DE-00F4-FE418E9989E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29AA76-DD8C-709B-B0F4-0FE453D42E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5D3DC4-63B3-B61A-03C4-8698A986B2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59D0BA-20E1-7EAD-2709-64BBFCC619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7E5877-3269-6F1E-EF04-849D5A9E4F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4A91154-676B-43B1-E1D5-0DA6FF0D0BF1}"/>
              </a:ext>
            </a:extLst>
          </p:cNvPr>
          <p:cNvSpPr>
            <a:spLocks noGrp="1"/>
          </p:cNvSpPr>
          <p:nvPr>
            <p:ph type="dt" sz="half" idx="10"/>
          </p:nvPr>
        </p:nvSpPr>
        <p:spPr/>
        <p:txBody>
          <a:bodyPr/>
          <a:lstStyle/>
          <a:p>
            <a:fld id="{18B4ABBC-60DC-4AFD-BFB0-E0566C8A272A}" type="datetimeFigureOut">
              <a:rPr lang="en-IN" smtClean="0"/>
              <a:t>16-01-2025</a:t>
            </a:fld>
            <a:endParaRPr lang="en-IN"/>
          </a:p>
        </p:txBody>
      </p:sp>
      <p:sp>
        <p:nvSpPr>
          <p:cNvPr id="8" name="Footer Placeholder 7">
            <a:extLst>
              <a:ext uri="{FF2B5EF4-FFF2-40B4-BE49-F238E27FC236}">
                <a16:creationId xmlns:a16="http://schemas.microsoft.com/office/drawing/2014/main" id="{A29D6FAC-7A9C-13D8-61A6-5792BE23958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504CBE-6DA8-4AA3-CD47-AD5CF22DBFB9}"/>
              </a:ext>
            </a:extLst>
          </p:cNvPr>
          <p:cNvSpPr>
            <a:spLocks noGrp="1"/>
          </p:cNvSpPr>
          <p:nvPr>
            <p:ph type="sldNum" sz="quarter" idx="12"/>
          </p:nvPr>
        </p:nvSpPr>
        <p:spPr/>
        <p:txBody>
          <a:bodyPr/>
          <a:lstStyle/>
          <a:p>
            <a:fld id="{AF808536-141D-4931-A5F0-2114DB88FBC1}" type="slidenum">
              <a:rPr lang="en-IN" smtClean="0"/>
              <a:t>‹#›</a:t>
            </a:fld>
            <a:endParaRPr lang="en-IN"/>
          </a:p>
        </p:txBody>
      </p:sp>
    </p:spTree>
    <p:extLst>
      <p:ext uri="{BB962C8B-B14F-4D97-AF65-F5344CB8AC3E}">
        <p14:creationId xmlns:p14="http://schemas.microsoft.com/office/powerpoint/2010/main" val="3293913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6F99C-B676-27BE-8D62-911C9C21C49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EB7AE5E-C6F3-B411-F75E-715ECD712E68}"/>
              </a:ext>
            </a:extLst>
          </p:cNvPr>
          <p:cNvSpPr>
            <a:spLocks noGrp="1"/>
          </p:cNvSpPr>
          <p:nvPr>
            <p:ph type="dt" sz="half" idx="10"/>
          </p:nvPr>
        </p:nvSpPr>
        <p:spPr/>
        <p:txBody>
          <a:bodyPr/>
          <a:lstStyle/>
          <a:p>
            <a:fld id="{18B4ABBC-60DC-4AFD-BFB0-E0566C8A272A}" type="datetimeFigureOut">
              <a:rPr lang="en-IN" smtClean="0"/>
              <a:t>16-01-2025</a:t>
            </a:fld>
            <a:endParaRPr lang="en-IN"/>
          </a:p>
        </p:txBody>
      </p:sp>
      <p:sp>
        <p:nvSpPr>
          <p:cNvPr id="4" name="Footer Placeholder 3">
            <a:extLst>
              <a:ext uri="{FF2B5EF4-FFF2-40B4-BE49-F238E27FC236}">
                <a16:creationId xmlns:a16="http://schemas.microsoft.com/office/drawing/2014/main" id="{8AE0656B-AFB6-CE57-F398-B4DD1C10C72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DF7D769-C71A-DED0-4410-826CDC16AC5F}"/>
              </a:ext>
            </a:extLst>
          </p:cNvPr>
          <p:cNvSpPr>
            <a:spLocks noGrp="1"/>
          </p:cNvSpPr>
          <p:nvPr>
            <p:ph type="sldNum" sz="quarter" idx="12"/>
          </p:nvPr>
        </p:nvSpPr>
        <p:spPr/>
        <p:txBody>
          <a:bodyPr/>
          <a:lstStyle/>
          <a:p>
            <a:fld id="{AF808536-141D-4931-A5F0-2114DB88FBC1}" type="slidenum">
              <a:rPr lang="en-IN" smtClean="0"/>
              <a:t>‹#›</a:t>
            </a:fld>
            <a:endParaRPr lang="en-IN"/>
          </a:p>
        </p:txBody>
      </p:sp>
    </p:spTree>
    <p:extLst>
      <p:ext uri="{BB962C8B-B14F-4D97-AF65-F5344CB8AC3E}">
        <p14:creationId xmlns:p14="http://schemas.microsoft.com/office/powerpoint/2010/main" val="385013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D224B9-0F46-6B3E-B0BB-667838433B38}"/>
              </a:ext>
            </a:extLst>
          </p:cNvPr>
          <p:cNvSpPr>
            <a:spLocks noGrp="1"/>
          </p:cNvSpPr>
          <p:nvPr>
            <p:ph type="dt" sz="half" idx="10"/>
          </p:nvPr>
        </p:nvSpPr>
        <p:spPr/>
        <p:txBody>
          <a:bodyPr/>
          <a:lstStyle/>
          <a:p>
            <a:fld id="{18B4ABBC-60DC-4AFD-BFB0-E0566C8A272A}" type="datetimeFigureOut">
              <a:rPr lang="en-IN" smtClean="0"/>
              <a:t>16-01-2025</a:t>
            </a:fld>
            <a:endParaRPr lang="en-IN"/>
          </a:p>
        </p:txBody>
      </p:sp>
      <p:sp>
        <p:nvSpPr>
          <p:cNvPr id="3" name="Footer Placeholder 2">
            <a:extLst>
              <a:ext uri="{FF2B5EF4-FFF2-40B4-BE49-F238E27FC236}">
                <a16:creationId xmlns:a16="http://schemas.microsoft.com/office/drawing/2014/main" id="{C318519F-092B-3C51-5C5D-D7AEB6B7EF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9617A3-7FC5-95FA-02FB-D9E3846206C6}"/>
              </a:ext>
            </a:extLst>
          </p:cNvPr>
          <p:cNvSpPr>
            <a:spLocks noGrp="1"/>
          </p:cNvSpPr>
          <p:nvPr>
            <p:ph type="sldNum" sz="quarter" idx="12"/>
          </p:nvPr>
        </p:nvSpPr>
        <p:spPr/>
        <p:txBody>
          <a:bodyPr/>
          <a:lstStyle/>
          <a:p>
            <a:fld id="{AF808536-141D-4931-A5F0-2114DB88FBC1}" type="slidenum">
              <a:rPr lang="en-IN" smtClean="0"/>
              <a:t>‹#›</a:t>
            </a:fld>
            <a:endParaRPr lang="en-IN"/>
          </a:p>
        </p:txBody>
      </p:sp>
    </p:spTree>
    <p:extLst>
      <p:ext uri="{BB962C8B-B14F-4D97-AF65-F5344CB8AC3E}">
        <p14:creationId xmlns:p14="http://schemas.microsoft.com/office/powerpoint/2010/main" val="3965013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4B622-50CA-E106-86C5-2C1A2480C4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345F747-5102-B65C-7B32-F6F98B432A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EDFFC17-C77D-9356-0B83-CB8EA4A12B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65CE04-3648-AF12-64F4-36F408C8BA94}"/>
              </a:ext>
            </a:extLst>
          </p:cNvPr>
          <p:cNvSpPr>
            <a:spLocks noGrp="1"/>
          </p:cNvSpPr>
          <p:nvPr>
            <p:ph type="dt" sz="half" idx="10"/>
          </p:nvPr>
        </p:nvSpPr>
        <p:spPr/>
        <p:txBody>
          <a:bodyPr/>
          <a:lstStyle/>
          <a:p>
            <a:fld id="{18B4ABBC-60DC-4AFD-BFB0-E0566C8A272A}" type="datetimeFigureOut">
              <a:rPr lang="en-IN" smtClean="0"/>
              <a:t>16-01-2025</a:t>
            </a:fld>
            <a:endParaRPr lang="en-IN"/>
          </a:p>
        </p:txBody>
      </p:sp>
      <p:sp>
        <p:nvSpPr>
          <p:cNvPr id="6" name="Footer Placeholder 5">
            <a:extLst>
              <a:ext uri="{FF2B5EF4-FFF2-40B4-BE49-F238E27FC236}">
                <a16:creationId xmlns:a16="http://schemas.microsoft.com/office/drawing/2014/main" id="{DB202ADB-F00C-FD7B-55F4-C54A95AEA7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FFF8B2-A967-2BA5-D499-F5B0EB3834B6}"/>
              </a:ext>
            </a:extLst>
          </p:cNvPr>
          <p:cNvSpPr>
            <a:spLocks noGrp="1"/>
          </p:cNvSpPr>
          <p:nvPr>
            <p:ph type="sldNum" sz="quarter" idx="12"/>
          </p:nvPr>
        </p:nvSpPr>
        <p:spPr/>
        <p:txBody>
          <a:bodyPr/>
          <a:lstStyle/>
          <a:p>
            <a:fld id="{AF808536-141D-4931-A5F0-2114DB88FBC1}" type="slidenum">
              <a:rPr lang="en-IN" smtClean="0"/>
              <a:t>‹#›</a:t>
            </a:fld>
            <a:endParaRPr lang="en-IN"/>
          </a:p>
        </p:txBody>
      </p:sp>
    </p:spTree>
    <p:extLst>
      <p:ext uri="{BB962C8B-B14F-4D97-AF65-F5344CB8AC3E}">
        <p14:creationId xmlns:p14="http://schemas.microsoft.com/office/powerpoint/2010/main" val="1411754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FECD8-CE2E-9811-1AAE-32BBF60668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092E8A-40D7-F4E8-940D-C2E35047F0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D0CCBA8-DC78-A76E-F988-9B1C3E932B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49ADEF-9AA4-439A-E273-3562BDE9AD95}"/>
              </a:ext>
            </a:extLst>
          </p:cNvPr>
          <p:cNvSpPr>
            <a:spLocks noGrp="1"/>
          </p:cNvSpPr>
          <p:nvPr>
            <p:ph type="dt" sz="half" idx="10"/>
          </p:nvPr>
        </p:nvSpPr>
        <p:spPr/>
        <p:txBody>
          <a:bodyPr/>
          <a:lstStyle/>
          <a:p>
            <a:fld id="{18B4ABBC-60DC-4AFD-BFB0-E0566C8A272A}" type="datetimeFigureOut">
              <a:rPr lang="en-IN" smtClean="0"/>
              <a:t>16-01-2025</a:t>
            </a:fld>
            <a:endParaRPr lang="en-IN"/>
          </a:p>
        </p:txBody>
      </p:sp>
      <p:sp>
        <p:nvSpPr>
          <p:cNvPr id="6" name="Footer Placeholder 5">
            <a:extLst>
              <a:ext uri="{FF2B5EF4-FFF2-40B4-BE49-F238E27FC236}">
                <a16:creationId xmlns:a16="http://schemas.microsoft.com/office/drawing/2014/main" id="{BC312685-BC14-83CE-3517-3157DB4491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15DF3F-352F-3758-F004-178C9D759A1A}"/>
              </a:ext>
            </a:extLst>
          </p:cNvPr>
          <p:cNvSpPr>
            <a:spLocks noGrp="1"/>
          </p:cNvSpPr>
          <p:nvPr>
            <p:ph type="sldNum" sz="quarter" idx="12"/>
          </p:nvPr>
        </p:nvSpPr>
        <p:spPr/>
        <p:txBody>
          <a:bodyPr/>
          <a:lstStyle/>
          <a:p>
            <a:fld id="{AF808536-141D-4931-A5F0-2114DB88FBC1}" type="slidenum">
              <a:rPr lang="en-IN" smtClean="0"/>
              <a:t>‹#›</a:t>
            </a:fld>
            <a:endParaRPr lang="en-IN"/>
          </a:p>
        </p:txBody>
      </p:sp>
    </p:spTree>
    <p:extLst>
      <p:ext uri="{BB962C8B-B14F-4D97-AF65-F5344CB8AC3E}">
        <p14:creationId xmlns:p14="http://schemas.microsoft.com/office/powerpoint/2010/main" val="4089613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0D051-1EE6-52C0-8A6F-C0DDB388CA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EBC0D9-7824-0FB2-6736-35E78D535B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44CC44-0772-C90E-61D1-62BF4535F264}"/>
              </a:ext>
            </a:extLst>
          </p:cNvPr>
          <p:cNvSpPr>
            <a:spLocks noGrp="1"/>
          </p:cNvSpPr>
          <p:nvPr>
            <p:ph type="dt" sz="half" idx="10"/>
          </p:nvPr>
        </p:nvSpPr>
        <p:spPr/>
        <p:txBody>
          <a:bodyPr/>
          <a:lstStyle/>
          <a:p>
            <a:fld id="{18B4ABBC-60DC-4AFD-BFB0-E0566C8A272A}" type="datetimeFigureOut">
              <a:rPr lang="en-IN" smtClean="0"/>
              <a:t>16-01-2025</a:t>
            </a:fld>
            <a:endParaRPr lang="en-IN"/>
          </a:p>
        </p:txBody>
      </p:sp>
      <p:sp>
        <p:nvSpPr>
          <p:cNvPr id="5" name="Footer Placeholder 4">
            <a:extLst>
              <a:ext uri="{FF2B5EF4-FFF2-40B4-BE49-F238E27FC236}">
                <a16:creationId xmlns:a16="http://schemas.microsoft.com/office/drawing/2014/main" id="{52D516FC-CA97-7FF3-9B21-142B45BC98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FBD16-C8F0-066D-B688-CE3B5F966DE6}"/>
              </a:ext>
            </a:extLst>
          </p:cNvPr>
          <p:cNvSpPr>
            <a:spLocks noGrp="1"/>
          </p:cNvSpPr>
          <p:nvPr>
            <p:ph type="sldNum" sz="quarter" idx="12"/>
          </p:nvPr>
        </p:nvSpPr>
        <p:spPr/>
        <p:txBody>
          <a:bodyPr/>
          <a:lstStyle/>
          <a:p>
            <a:fld id="{AF808536-141D-4931-A5F0-2114DB88FBC1}" type="slidenum">
              <a:rPr lang="en-IN" smtClean="0"/>
              <a:t>‹#›</a:t>
            </a:fld>
            <a:endParaRPr lang="en-IN"/>
          </a:p>
        </p:txBody>
      </p:sp>
    </p:spTree>
    <p:extLst>
      <p:ext uri="{BB962C8B-B14F-4D97-AF65-F5344CB8AC3E}">
        <p14:creationId xmlns:p14="http://schemas.microsoft.com/office/powerpoint/2010/main" val="1357405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A8AFE3-AC82-FB39-3EBA-0A36B58C052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9780B7-126E-1947-C343-66C9427F97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24B251-93CD-0402-AF85-B85493CAE40A}"/>
              </a:ext>
            </a:extLst>
          </p:cNvPr>
          <p:cNvSpPr>
            <a:spLocks noGrp="1"/>
          </p:cNvSpPr>
          <p:nvPr>
            <p:ph type="dt" sz="half" idx="10"/>
          </p:nvPr>
        </p:nvSpPr>
        <p:spPr/>
        <p:txBody>
          <a:bodyPr/>
          <a:lstStyle/>
          <a:p>
            <a:fld id="{18B4ABBC-60DC-4AFD-BFB0-E0566C8A272A}" type="datetimeFigureOut">
              <a:rPr lang="en-IN" smtClean="0"/>
              <a:t>16-01-2025</a:t>
            </a:fld>
            <a:endParaRPr lang="en-IN"/>
          </a:p>
        </p:txBody>
      </p:sp>
      <p:sp>
        <p:nvSpPr>
          <p:cNvPr id="5" name="Footer Placeholder 4">
            <a:extLst>
              <a:ext uri="{FF2B5EF4-FFF2-40B4-BE49-F238E27FC236}">
                <a16:creationId xmlns:a16="http://schemas.microsoft.com/office/drawing/2014/main" id="{B02D4A4D-1B76-5D87-F913-B2CB727361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B3E8EE-02C6-34AC-8482-88F9040B10A5}"/>
              </a:ext>
            </a:extLst>
          </p:cNvPr>
          <p:cNvSpPr>
            <a:spLocks noGrp="1"/>
          </p:cNvSpPr>
          <p:nvPr>
            <p:ph type="sldNum" sz="quarter" idx="12"/>
          </p:nvPr>
        </p:nvSpPr>
        <p:spPr/>
        <p:txBody>
          <a:bodyPr/>
          <a:lstStyle/>
          <a:p>
            <a:fld id="{AF808536-141D-4931-A5F0-2114DB88FBC1}" type="slidenum">
              <a:rPr lang="en-IN" smtClean="0"/>
              <a:t>‹#›</a:t>
            </a:fld>
            <a:endParaRPr lang="en-IN"/>
          </a:p>
        </p:txBody>
      </p:sp>
    </p:spTree>
    <p:extLst>
      <p:ext uri="{BB962C8B-B14F-4D97-AF65-F5344CB8AC3E}">
        <p14:creationId xmlns:p14="http://schemas.microsoft.com/office/powerpoint/2010/main" val="779987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B7A57F-001A-70B6-6929-F9D9736049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924368-F01D-8976-EF8C-37B25B18ED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02FEEB-ADFF-7439-F5A5-9C22F0134C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B4ABBC-60DC-4AFD-BFB0-E0566C8A272A}" type="datetimeFigureOut">
              <a:rPr lang="en-IN" smtClean="0"/>
              <a:t>16-01-2025</a:t>
            </a:fld>
            <a:endParaRPr lang="en-IN"/>
          </a:p>
        </p:txBody>
      </p:sp>
      <p:sp>
        <p:nvSpPr>
          <p:cNvPr id="5" name="Footer Placeholder 4">
            <a:extLst>
              <a:ext uri="{FF2B5EF4-FFF2-40B4-BE49-F238E27FC236}">
                <a16:creationId xmlns:a16="http://schemas.microsoft.com/office/drawing/2014/main" id="{C478B40F-F16A-1395-F259-AC7AB24B1F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77869C1-DC8C-3577-A51B-178C7FE28C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808536-141D-4931-A5F0-2114DB88FBC1}" type="slidenum">
              <a:rPr lang="en-IN" smtClean="0"/>
              <a:t>‹#›</a:t>
            </a:fld>
            <a:endParaRPr lang="en-IN"/>
          </a:p>
        </p:txBody>
      </p:sp>
    </p:spTree>
    <p:extLst>
      <p:ext uri="{BB962C8B-B14F-4D97-AF65-F5344CB8AC3E}">
        <p14:creationId xmlns:p14="http://schemas.microsoft.com/office/powerpoint/2010/main" val="765098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B3CB4-924E-D7B4-300C-48ABE714B10D}"/>
              </a:ext>
            </a:extLst>
          </p:cNvPr>
          <p:cNvSpPr>
            <a:spLocks noGrp="1"/>
          </p:cNvSpPr>
          <p:nvPr>
            <p:ph type="title"/>
          </p:nvPr>
        </p:nvSpPr>
        <p:spPr>
          <a:xfrm>
            <a:off x="271462" y="174625"/>
            <a:ext cx="11649075" cy="1325563"/>
          </a:xfrm>
        </p:spPr>
        <p:txBody>
          <a:bodyPr/>
          <a:lstStyle/>
          <a:p>
            <a:pPr algn="ctr"/>
            <a:r>
              <a:rPr lang="en-IN" b="1" dirty="0"/>
              <a:t>JK Flip Flop</a:t>
            </a:r>
          </a:p>
        </p:txBody>
      </p:sp>
      <p:pic>
        <p:nvPicPr>
          <p:cNvPr id="5" name="Content Placeholder 4">
            <a:extLst>
              <a:ext uri="{FF2B5EF4-FFF2-40B4-BE49-F238E27FC236}">
                <a16:creationId xmlns:a16="http://schemas.microsoft.com/office/drawing/2014/main" id="{B4EE05E7-9344-C215-1981-DFAF632D6D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2267" y="1357314"/>
            <a:ext cx="8864255" cy="4919662"/>
          </a:xfrm>
        </p:spPr>
      </p:pic>
    </p:spTree>
    <p:extLst>
      <p:ext uri="{BB962C8B-B14F-4D97-AF65-F5344CB8AC3E}">
        <p14:creationId xmlns:p14="http://schemas.microsoft.com/office/powerpoint/2010/main" val="707531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B3CB4-924E-D7B4-300C-48ABE714B10D}"/>
              </a:ext>
            </a:extLst>
          </p:cNvPr>
          <p:cNvSpPr>
            <a:spLocks noGrp="1"/>
          </p:cNvSpPr>
          <p:nvPr>
            <p:ph type="title"/>
          </p:nvPr>
        </p:nvSpPr>
        <p:spPr>
          <a:xfrm>
            <a:off x="271462" y="174625"/>
            <a:ext cx="11649075" cy="1325563"/>
          </a:xfrm>
        </p:spPr>
        <p:txBody>
          <a:bodyPr/>
          <a:lstStyle/>
          <a:p>
            <a:pPr algn="ctr"/>
            <a:r>
              <a:rPr lang="en-IN" b="1" dirty="0"/>
              <a:t>Truth table of JK Flip Flop</a:t>
            </a:r>
          </a:p>
        </p:txBody>
      </p:sp>
      <p:pic>
        <p:nvPicPr>
          <p:cNvPr id="7" name="Content Placeholder 6">
            <a:extLst>
              <a:ext uri="{FF2B5EF4-FFF2-40B4-BE49-F238E27FC236}">
                <a16:creationId xmlns:a16="http://schemas.microsoft.com/office/drawing/2014/main" id="{D818F09A-DB7F-D79B-2BC9-0F88C058FA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5211" y="1905000"/>
            <a:ext cx="9909963" cy="3491485"/>
          </a:xfrm>
        </p:spPr>
      </p:pic>
    </p:spTree>
    <p:extLst>
      <p:ext uri="{BB962C8B-B14F-4D97-AF65-F5344CB8AC3E}">
        <p14:creationId xmlns:p14="http://schemas.microsoft.com/office/powerpoint/2010/main" val="3578116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B3CB4-924E-D7B4-300C-48ABE714B10D}"/>
              </a:ext>
            </a:extLst>
          </p:cNvPr>
          <p:cNvSpPr>
            <a:spLocks noGrp="1"/>
          </p:cNvSpPr>
          <p:nvPr>
            <p:ph type="title"/>
          </p:nvPr>
        </p:nvSpPr>
        <p:spPr>
          <a:xfrm>
            <a:off x="271462" y="174625"/>
            <a:ext cx="11649075" cy="1325563"/>
          </a:xfrm>
        </p:spPr>
        <p:txBody>
          <a:bodyPr/>
          <a:lstStyle/>
          <a:p>
            <a:pPr algn="ctr"/>
            <a:r>
              <a:rPr lang="en-IN" b="1" dirty="0"/>
              <a:t>Characteristic Table of JK Flip Flop</a:t>
            </a:r>
          </a:p>
        </p:txBody>
      </p:sp>
      <p:pic>
        <p:nvPicPr>
          <p:cNvPr id="5" name="Content Placeholder 4">
            <a:extLst>
              <a:ext uri="{FF2B5EF4-FFF2-40B4-BE49-F238E27FC236}">
                <a16:creationId xmlns:a16="http://schemas.microsoft.com/office/drawing/2014/main" id="{BE12473D-CBC2-39B6-13AD-95AA98C502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7399" y="1604019"/>
            <a:ext cx="7968633" cy="4730106"/>
          </a:xfrm>
        </p:spPr>
      </p:pic>
    </p:spTree>
    <p:extLst>
      <p:ext uri="{BB962C8B-B14F-4D97-AF65-F5344CB8AC3E}">
        <p14:creationId xmlns:p14="http://schemas.microsoft.com/office/powerpoint/2010/main" val="2133724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B3CB4-924E-D7B4-300C-48ABE714B10D}"/>
              </a:ext>
            </a:extLst>
          </p:cNvPr>
          <p:cNvSpPr>
            <a:spLocks noGrp="1"/>
          </p:cNvSpPr>
          <p:nvPr>
            <p:ph type="title"/>
          </p:nvPr>
        </p:nvSpPr>
        <p:spPr>
          <a:xfrm>
            <a:off x="271462" y="174625"/>
            <a:ext cx="11649075" cy="1325563"/>
          </a:xfrm>
        </p:spPr>
        <p:txBody>
          <a:bodyPr/>
          <a:lstStyle/>
          <a:p>
            <a:pPr algn="ctr"/>
            <a:r>
              <a:rPr lang="en-IN" b="1" dirty="0"/>
              <a:t>Excitation table of JK Flip Flop</a:t>
            </a:r>
          </a:p>
        </p:txBody>
      </p:sp>
      <p:graphicFrame>
        <p:nvGraphicFramePr>
          <p:cNvPr id="8" name="Content Placeholder 7">
            <a:extLst>
              <a:ext uri="{FF2B5EF4-FFF2-40B4-BE49-F238E27FC236}">
                <a16:creationId xmlns:a16="http://schemas.microsoft.com/office/drawing/2014/main" id="{8061C746-3C08-EB30-0DDD-ECF81B2BC981}"/>
              </a:ext>
            </a:extLst>
          </p:cNvPr>
          <p:cNvGraphicFramePr>
            <a:graphicFrameLocks noGrp="1"/>
          </p:cNvGraphicFramePr>
          <p:nvPr>
            <p:ph idx="1"/>
            <p:extLst>
              <p:ext uri="{D42A27DB-BD31-4B8C-83A1-F6EECF244321}">
                <p14:modId xmlns:p14="http://schemas.microsoft.com/office/powerpoint/2010/main" val="995809831"/>
              </p:ext>
            </p:extLst>
          </p:nvPr>
        </p:nvGraphicFramePr>
        <p:xfrm>
          <a:off x="2533649" y="2047874"/>
          <a:ext cx="7096124" cy="3400428"/>
        </p:xfrm>
        <a:graphic>
          <a:graphicData uri="http://schemas.openxmlformats.org/drawingml/2006/table">
            <a:tbl>
              <a:tblPr firstRow="1" firstCol="1" bandRow="1"/>
              <a:tblGrid>
                <a:gridCol w="1774031">
                  <a:extLst>
                    <a:ext uri="{9D8B030D-6E8A-4147-A177-3AD203B41FA5}">
                      <a16:colId xmlns:a16="http://schemas.microsoft.com/office/drawing/2014/main" val="4128748848"/>
                    </a:ext>
                  </a:extLst>
                </a:gridCol>
                <a:gridCol w="1774031">
                  <a:extLst>
                    <a:ext uri="{9D8B030D-6E8A-4147-A177-3AD203B41FA5}">
                      <a16:colId xmlns:a16="http://schemas.microsoft.com/office/drawing/2014/main" val="2754507715"/>
                    </a:ext>
                  </a:extLst>
                </a:gridCol>
                <a:gridCol w="1774031">
                  <a:extLst>
                    <a:ext uri="{9D8B030D-6E8A-4147-A177-3AD203B41FA5}">
                      <a16:colId xmlns:a16="http://schemas.microsoft.com/office/drawing/2014/main" val="516819402"/>
                    </a:ext>
                  </a:extLst>
                </a:gridCol>
                <a:gridCol w="1774031">
                  <a:extLst>
                    <a:ext uri="{9D8B030D-6E8A-4147-A177-3AD203B41FA5}">
                      <a16:colId xmlns:a16="http://schemas.microsoft.com/office/drawing/2014/main" val="3361441385"/>
                    </a:ext>
                  </a:extLst>
                </a:gridCol>
              </a:tblGrid>
              <a:tr h="566738">
                <a:tc gridSpan="2">
                  <a:txBody>
                    <a:bodyPr/>
                    <a:lstStyle/>
                    <a:p>
                      <a:pPr algn="ctr">
                        <a:lnSpc>
                          <a:spcPct val="107000"/>
                        </a:lnSpc>
                        <a:spcAft>
                          <a:spcPts val="800"/>
                        </a:spcAft>
                      </a:pPr>
                      <a:r>
                        <a:rPr lang="en-IN" sz="2800" b="1" kern="100" dirty="0">
                          <a:solidFill>
                            <a:srgbClr val="000000"/>
                          </a:solidFill>
                          <a:effectLst/>
                          <a:highlight>
                            <a:srgbClr val="FFFF00"/>
                          </a:highlight>
                          <a:latin typeface="Calibri" panose="020F0502020204030204" pitchFamily="34" charset="0"/>
                          <a:ea typeface="Calibri" panose="020F0502020204030204" pitchFamily="34" charset="0"/>
                          <a:cs typeface="Mangal" panose="02040503050203030202" pitchFamily="18" charset="0"/>
                        </a:rPr>
                        <a:t>INPUTS</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hMerge="1">
                  <a:txBody>
                    <a:bodyPr/>
                    <a:lstStyle/>
                    <a:p>
                      <a:endParaRPr lang="en-IN"/>
                    </a:p>
                  </a:txBody>
                  <a:tcPr/>
                </a:tc>
                <a:tc gridSpan="2">
                  <a:txBody>
                    <a:bodyPr/>
                    <a:lstStyle/>
                    <a:p>
                      <a:pPr algn="ctr">
                        <a:lnSpc>
                          <a:spcPct val="107000"/>
                        </a:lnSpc>
                        <a:spcAft>
                          <a:spcPts val="800"/>
                        </a:spcAft>
                      </a:pPr>
                      <a:r>
                        <a:rPr lang="en-IN" sz="2800" b="1" kern="100">
                          <a:solidFill>
                            <a:srgbClr val="000000"/>
                          </a:solidFill>
                          <a:effectLst/>
                          <a:highlight>
                            <a:srgbClr val="FFFF00"/>
                          </a:highlight>
                          <a:latin typeface="Calibri" panose="020F0502020204030204" pitchFamily="34" charset="0"/>
                          <a:ea typeface="Calibri" panose="020F0502020204030204" pitchFamily="34" charset="0"/>
                          <a:cs typeface="Mangal" panose="02040503050203030202" pitchFamily="18" charset="0"/>
                        </a:rPr>
                        <a:t>OUTPUTS</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hMerge="1">
                  <a:txBody>
                    <a:bodyPr/>
                    <a:lstStyle/>
                    <a:p>
                      <a:endParaRPr lang="en-IN"/>
                    </a:p>
                  </a:txBody>
                  <a:tcPr/>
                </a:tc>
                <a:extLst>
                  <a:ext uri="{0D108BD9-81ED-4DB2-BD59-A6C34878D82A}">
                    <a16:rowId xmlns:a16="http://schemas.microsoft.com/office/drawing/2014/main" val="563085555"/>
                  </a:ext>
                </a:extLst>
              </a:tr>
              <a:tr h="566738">
                <a:tc>
                  <a:txBody>
                    <a:bodyPr/>
                    <a:lstStyle/>
                    <a:p>
                      <a:pPr algn="ctr">
                        <a:lnSpc>
                          <a:spcPct val="107000"/>
                        </a:lnSpc>
                        <a:spcAft>
                          <a:spcPts val="800"/>
                        </a:spcAft>
                      </a:pPr>
                      <a:r>
                        <a:rPr lang="en-IN" sz="2800" b="1" kern="100">
                          <a:solidFill>
                            <a:srgbClr val="000000"/>
                          </a:solidFill>
                          <a:effectLst/>
                          <a:latin typeface="Calibri" panose="020F0502020204030204" pitchFamily="34" charset="0"/>
                          <a:ea typeface="Calibri" panose="020F0502020204030204" pitchFamily="34" charset="0"/>
                          <a:cs typeface="Mangal" panose="02040503050203030202" pitchFamily="18" charset="0"/>
                        </a:rPr>
                        <a:t>Q</a:t>
                      </a:r>
                      <a:r>
                        <a:rPr lang="en-IN" sz="2800" b="1" kern="100" baseline="-25000">
                          <a:solidFill>
                            <a:srgbClr val="000000"/>
                          </a:solidFill>
                          <a:effectLst/>
                          <a:latin typeface="Calibri" panose="020F0502020204030204" pitchFamily="34" charset="0"/>
                          <a:ea typeface="Calibri" panose="020F0502020204030204" pitchFamily="34" charset="0"/>
                          <a:cs typeface="Mangal" panose="02040503050203030202" pitchFamily="18" charset="0"/>
                        </a:rPr>
                        <a:t>n</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DBDB"/>
                    </a:solidFill>
                  </a:tcPr>
                </a:tc>
                <a:tc>
                  <a:txBody>
                    <a:bodyPr/>
                    <a:lstStyle/>
                    <a:p>
                      <a:pPr algn="ctr">
                        <a:lnSpc>
                          <a:spcPct val="107000"/>
                        </a:lnSpc>
                        <a:spcAft>
                          <a:spcPts val="800"/>
                        </a:spcAft>
                      </a:pPr>
                      <a:r>
                        <a:rPr lang="en-IN" sz="2800" b="1" kern="100" dirty="0">
                          <a:solidFill>
                            <a:srgbClr val="000000"/>
                          </a:solidFill>
                          <a:effectLst/>
                          <a:latin typeface="Calibri" panose="020F0502020204030204" pitchFamily="34" charset="0"/>
                          <a:ea typeface="Calibri" panose="020F0502020204030204" pitchFamily="34" charset="0"/>
                          <a:cs typeface="Mangal" panose="02040503050203030202" pitchFamily="18" charset="0"/>
                        </a:rPr>
                        <a:t>Q</a:t>
                      </a:r>
                      <a:r>
                        <a:rPr lang="en-IN" sz="2800" b="1" kern="100" baseline="-25000" dirty="0">
                          <a:solidFill>
                            <a:srgbClr val="000000"/>
                          </a:solidFill>
                          <a:effectLst/>
                          <a:latin typeface="Calibri" panose="020F0502020204030204" pitchFamily="34" charset="0"/>
                          <a:ea typeface="Calibri" panose="020F0502020204030204" pitchFamily="34" charset="0"/>
                          <a:cs typeface="Mangal" panose="02040503050203030202" pitchFamily="18" charset="0"/>
                        </a:rPr>
                        <a:t>n+1</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DBDB"/>
                    </a:solidFill>
                  </a:tcPr>
                </a:tc>
                <a:tc>
                  <a:txBody>
                    <a:bodyPr/>
                    <a:lstStyle/>
                    <a:p>
                      <a:pPr algn="ctr">
                        <a:lnSpc>
                          <a:spcPct val="107000"/>
                        </a:lnSpc>
                        <a:spcAft>
                          <a:spcPts val="800"/>
                        </a:spcAft>
                      </a:pPr>
                      <a:r>
                        <a:rPr lang="en-IN" sz="2800" b="1" kern="100" dirty="0">
                          <a:solidFill>
                            <a:srgbClr val="000000"/>
                          </a:solidFill>
                          <a:effectLst/>
                          <a:latin typeface="Calibri" panose="020F0502020204030204" pitchFamily="34" charset="0"/>
                          <a:ea typeface="Calibri" panose="020F0502020204030204" pitchFamily="34" charset="0"/>
                          <a:cs typeface="Mangal" panose="02040503050203030202" pitchFamily="18" charset="0"/>
                        </a:rPr>
                        <a:t>J</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ctr">
                        <a:lnSpc>
                          <a:spcPct val="107000"/>
                        </a:lnSpc>
                        <a:spcAft>
                          <a:spcPts val="800"/>
                        </a:spcAft>
                      </a:pPr>
                      <a:r>
                        <a:rPr lang="en-IN" sz="2800" b="1" kern="100" dirty="0">
                          <a:solidFill>
                            <a:srgbClr val="000000"/>
                          </a:solidFill>
                          <a:effectLst/>
                          <a:latin typeface="Calibri" panose="020F0502020204030204" pitchFamily="34" charset="0"/>
                          <a:ea typeface="Calibri" panose="020F0502020204030204" pitchFamily="34" charset="0"/>
                          <a:cs typeface="Mangal" panose="02040503050203030202" pitchFamily="18" charset="0"/>
                        </a:rPr>
                        <a:t>K</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3762598536"/>
                  </a:ext>
                </a:extLst>
              </a:tr>
              <a:tr h="566738">
                <a:tc>
                  <a:txBody>
                    <a:bodyPr/>
                    <a:lstStyle/>
                    <a:p>
                      <a:pPr algn="ctr">
                        <a:lnSpc>
                          <a:spcPct val="107000"/>
                        </a:lnSpc>
                        <a:spcAft>
                          <a:spcPts val="800"/>
                        </a:spcAft>
                      </a:pPr>
                      <a:r>
                        <a:rPr lang="en-IN" sz="2800" kern="100" dirty="0">
                          <a:effectLst/>
                          <a:latin typeface="Calibri" panose="020F0502020204030204" pitchFamily="34" charset="0"/>
                          <a:ea typeface="Calibri" panose="020F0502020204030204" pitchFamily="34" charset="0"/>
                          <a:cs typeface="Mangal" panose="02040503050203030202" pitchFamily="18" charset="0"/>
                        </a:rPr>
                        <a:t>0</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IN" sz="2800" kern="100" dirty="0">
                          <a:effectLst/>
                          <a:latin typeface="Calibri" panose="020F0502020204030204" pitchFamily="34" charset="0"/>
                          <a:ea typeface="Calibri" panose="020F0502020204030204" pitchFamily="34" charset="0"/>
                          <a:cs typeface="Mangal" panose="02040503050203030202" pitchFamily="18" charset="0"/>
                        </a:rPr>
                        <a:t>0</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IN" sz="2800" kern="100">
                          <a:effectLst/>
                          <a:latin typeface="Calibri" panose="020F0502020204030204" pitchFamily="34" charset="0"/>
                          <a:ea typeface="Calibri" panose="020F0502020204030204" pitchFamily="34" charset="0"/>
                          <a:cs typeface="Mangal" panose="02040503050203030202" pitchFamily="18" charset="0"/>
                        </a:rPr>
                        <a:t>0</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IN" sz="2800" kern="100" dirty="0">
                          <a:effectLst/>
                          <a:latin typeface="Calibri" panose="020F0502020204030204" pitchFamily="34" charset="0"/>
                          <a:ea typeface="Calibri" panose="020F0502020204030204" pitchFamily="34" charset="0"/>
                          <a:cs typeface="Mangal" panose="02040503050203030202" pitchFamily="18" charset="0"/>
                        </a:rPr>
                        <a:t>X</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922172"/>
                  </a:ext>
                </a:extLst>
              </a:tr>
              <a:tr h="566738">
                <a:tc>
                  <a:txBody>
                    <a:bodyPr/>
                    <a:lstStyle/>
                    <a:p>
                      <a:pPr algn="ctr">
                        <a:lnSpc>
                          <a:spcPct val="107000"/>
                        </a:lnSpc>
                        <a:spcAft>
                          <a:spcPts val="800"/>
                        </a:spcAft>
                      </a:pPr>
                      <a:r>
                        <a:rPr lang="en-IN" sz="2800" kern="100">
                          <a:effectLst/>
                          <a:latin typeface="Calibri" panose="020F0502020204030204" pitchFamily="34" charset="0"/>
                          <a:ea typeface="Calibri" panose="020F0502020204030204" pitchFamily="34" charset="0"/>
                          <a:cs typeface="Mangal" panose="02040503050203030202" pitchFamily="18" charset="0"/>
                        </a:rPr>
                        <a:t>0</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IN" sz="2800" kern="100" dirty="0">
                          <a:effectLst/>
                          <a:latin typeface="Calibri" panose="020F0502020204030204" pitchFamily="34" charset="0"/>
                          <a:ea typeface="Calibri" panose="020F0502020204030204" pitchFamily="34" charset="0"/>
                          <a:cs typeface="Mangal" panose="02040503050203030202" pitchFamily="18" charset="0"/>
                        </a:rPr>
                        <a:t>1</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IN" sz="2800" kern="100" dirty="0">
                          <a:effectLst/>
                          <a:latin typeface="Calibri" panose="020F0502020204030204" pitchFamily="34" charset="0"/>
                          <a:ea typeface="Calibri" panose="020F0502020204030204" pitchFamily="34" charset="0"/>
                          <a:cs typeface="Mangal" panose="02040503050203030202" pitchFamily="18" charset="0"/>
                        </a:rPr>
                        <a:t>1</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IN" sz="2800" kern="100">
                          <a:effectLst/>
                          <a:latin typeface="Calibri" panose="020F0502020204030204" pitchFamily="34" charset="0"/>
                          <a:ea typeface="Calibri" panose="020F0502020204030204" pitchFamily="34" charset="0"/>
                          <a:cs typeface="Mangal" panose="02040503050203030202" pitchFamily="18" charset="0"/>
                        </a:rPr>
                        <a:t>X</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1981366"/>
                  </a:ext>
                </a:extLst>
              </a:tr>
              <a:tr h="566738">
                <a:tc>
                  <a:txBody>
                    <a:bodyPr/>
                    <a:lstStyle/>
                    <a:p>
                      <a:pPr algn="ctr">
                        <a:lnSpc>
                          <a:spcPct val="107000"/>
                        </a:lnSpc>
                        <a:spcAft>
                          <a:spcPts val="800"/>
                        </a:spcAft>
                      </a:pPr>
                      <a:r>
                        <a:rPr lang="en-IN" sz="2800" kern="100">
                          <a:effectLst/>
                          <a:latin typeface="Calibri" panose="020F0502020204030204" pitchFamily="34" charset="0"/>
                          <a:ea typeface="Calibri" panose="020F0502020204030204" pitchFamily="34" charset="0"/>
                          <a:cs typeface="Mangal" panose="02040503050203030202" pitchFamily="18" charset="0"/>
                        </a:rPr>
                        <a:t>1</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IN" sz="2800" kern="100">
                          <a:effectLst/>
                          <a:latin typeface="Calibri" panose="020F0502020204030204" pitchFamily="34" charset="0"/>
                          <a:ea typeface="Calibri" panose="020F0502020204030204" pitchFamily="34" charset="0"/>
                          <a:cs typeface="Mangal" panose="02040503050203030202" pitchFamily="18" charset="0"/>
                        </a:rPr>
                        <a:t>0</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IN" sz="2800" kern="100" dirty="0">
                          <a:effectLst/>
                          <a:latin typeface="Calibri" panose="020F0502020204030204" pitchFamily="34" charset="0"/>
                          <a:ea typeface="Calibri" panose="020F0502020204030204" pitchFamily="34" charset="0"/>
                          <a:cs typeface="Mangal" panose="02040503050203030202" pitchFamily="18" charset="0"/>
                        </a:rPr>
                        <a:t>X</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IN" sz="2800" kern="100" dirty="0">
                          <a:effectLst/>
                          <a:latin typeface="Calibri" panose="020F0502020204030204" pitchFamily="34" charset="0"/>
                          <a:ea typeface="Calibri" panose="020F0502020204030204" pitchFamily="34" charset="0"/>
                          <a:cs typeface="Mangal" panose="02040503050203030202" pitchFamily="18" charset="0"/>
                        </a:rPr>
                        <a:t>1</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5884516"/>
                  </a:ext>
                </a:extLst>
              </a:tr>
              <a:tr h="566738">
                <a:tc>
                  <a:txBody>
                    <a:bodyPr/>
                    <a:lstStyle/>
                    <a:p>
                      <a:pPr algn="ctr">
                        <a:lnSpc>
                          <a:spcPct val="107000"/>
                        </a:lnSpc>
                        <a:spcAft>
                          <a:spcPts val="800"/>
                        </a:spcAft>
                      </a:pPr>
                      <a:r>
                        <a:rPr lang="en-IN" sz="2800" kern="100">
                          <a:effectLst/>
                          <a:latin typeface="Calibri" panose="020F0502020204030204" pitchFamily="34" charset="0"/>
                          <a:ea typeface="Calibri" panose="020F0502020204030204" pitchFamily="34" charset="0"/>
                          <a:cs typeface="Mangal" panose="02040503050203030202" pitchFamily="18" charset="0"/>
                        </a:rPr>
                        <a:t>1</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IN" sz="2800" kern="100">
                          <a:effectLst/>
                          <a:latin typeface="Calibri" panose="020F0502020204030204" pitchFamily="34" charset="0"/>
                          <a:ea typeface="Calibri" panose="020F0502020204030204" pitchFamily="34" charset="0"/>
                          <a:cs typeface="Mangal" panose="02040503050203030202" pitchFamily="18" charset="0"/>
                        </a:rPr>
                        <a:t>1</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IN" sz="2800" kern="100">
                          <a:effectLst/>
                          <a:latin typeface="Calibri" panose="020F0502020204030204" pitchFamily="34" charset="0"/>
                          <a:ea typeface="Calibri" panose="020F0502020204030204" pitchFamily="34" charset="0"/>
                          <a:cs typeface="Mangal" panose="02040503050203030202" pitchFamily="18" charset="0"/>
                        </a:rPr>
                        <a:t>X</a:t>
                      </a:r>
                      <a:endParaRPr lang="en-IN" sz="20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en-IN" sz="2800" kern="100" dirty="0">
                          <a:effectLst/>
                          <a:latin typeface="Calibri" panose="020F0502020204030204" pitchFamily="34" charset="0"/>
                          <a:ea typeface="Calibri" panose="020F0502020204030204" pitchFamily="34" charset="0"/>
                          <a:cs typeface="Mangal" panose="02040503050203030202" pitchFamily="18" charset="0"/>
                        </a:rPr>
                        <a:t>0</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7453763"/>
                  </a:ext>
                </a:extLst>
              </a:tr>
            </a:tbl>
          </a:graphicData>
        </a:graphic>
      </p:graphicFrame>
    </p:spTree>
    <p:extLst>
      <p:ext uri="{BB962C8B-B14F-4D97-AF65-F5344CB8AC3E}">
        <p14:creationId xmlns:p14="http://schemas.microsoft.com/office/powerpoint/2010/main" val="4223500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B3CB4-924E-D7B4-300C-48ABE714B10D}"/>
              </a:ext>
            </a:extLst>
          </p:cNvPr>
          <p:cNvSpPr>
            <a:spLocks noGrp="1"/>
          </p:cNvSpPr>
          <p:nvPr>
            <p:ph type="title"/>
          </p:nvPr>
        </p:nvSpPr>
        <p:spPr>
          <a:xfrm>
            <a:off x="271462" y="174625"/>
            <a:ext cx="11649075" cy="1325563"/>
          </a:xfrm>
        </p:spPr>
        <p:txBody>
          <a:bodyPr/>
          <a:lstStyle/>
          <a:p>
            <a:pPr algn="ctr"/>
            <a:r>
              <a:rPr lang="en-IN" b="1" dirty="0"/>
              <a:t>Race around </a:t>
            </a:r>
          </a:p>
        </p:txBody>
      </p:sp>
      <p:sp>
        <p:nvSpPr>
          <p:cNvPr id="4" name="Content Placeholder 3">
            <a:extLst>
              <a:ext uri="{FF2B5EF4-FFF2-40B4-BE49-F238E27FC236}">
                <a16:creationId xmlns:a16="http://schemas.microsoft.com/office/drawing/2014/main" id="{D076CAB0-9008-FBAD-DE48-92859AFE8A05}"/>
              </a:ext>
            </a:extLst>
          </p:cNvPr>
          <p:cNvSpPr>
            <a:spLocks noGrp="1"/>
          </p:cNvSpPr>
          <p:nvPr>
            <p:ph idx="1"/>
          </p:nvPr>
        </p:nvSpPr>
        <p:spPr/>
        <p:txBody>
          <a:bodyPr/>
          <a:lstStyle/>
          <a:p>
            <a:pPr algn="l">
              <a:buFont typeface="Arial" panose="020B0604020202020204" pitchFamily="34" charset="0"/>
              <a:buChar char="•"/>
            </a:pPr>
            <a:r>
              <a:rPr lang="en-US" b="1" i="0" dirty="0">
                <a:solidFill>
                  <a:srgbClr val="111111"/>
                </a:solidFill>
                <a:effectLst/>
                <a:latin typeface="-apple-system"/>
              </a:rPr>
              <a:t>Race Around Condition in JK Flip-Flop</a:t>
            </a:r>
            <a:r>
              <a:rPr lang="en-US" b="0" i="0" dirty="0">
                <a:solidFill>
                  <a:srgbClr val="111111"/>
                </a:solidFill>
                <a:effectLst/>
                <a:latin typeface="-apple-system"/>
              </a:rPr>
              <a:t> </a:t>
            </a:r>
          </a:p>
          <a:p>
            <a:pPr algn="l">
              <a:buFont typeface="Arial" panose="020B0604020202020204" pitchFamily="34" charset="0"/>
              <a:buChar char="•"/>
            </a:pPr>
            <a:r>
              <a:rPr lang="en-US" b="0" i="0" dirty="0">
                <a:solidFill>
                  <a:srgbClr val="111111"/>
                </a:solidFill>
                <a:effectLst/>
                <a:latin typeface="-apple-system"/>
              </a:rPr>
              <a:t>occurs when, J=K=1</a:t>
            </a:r>
          </a:p>
          <a:p>
            <a:pPr algn="l">
              <a:buFont typeface="Arial" panose="020B0604020202020204" pitchFamily="34" charset="0"/>
              <a:buChar char="•"/>
            </a:pPr>
            <a:r>
              <a:rPr lang="en-US" b="0" i="0" dirty="0">
                <a:solidFill>
                  <a:srgbClr val="111111"/>
                </a:solidFill>
                <a:effectLst/>
                <a:latin typeface="-apple-system"/>
              </a:rPr>
              <a:t>The ON time of the clock is more than the propagation delay of the JK Flip-Flop</a:t>
            </a:r>
          </a:p>
          <a:p>
            <a:pPr algn="l">
              <a:buFont typeface="Arial" panose="020B0604020202020204" pitchFamily="34" charset="0"/>
              <a:buChar char="•"/>
            </a:pPr>
            <a:r>
              <a:rPr lang="en-US" dirty="0">
                <a:solidFill>
                  <a:srgbClr val="111111"/>
                </a:solidFill>
                <a:latin typeface="-apple-system"/>
              </a:rPr>
              <a:t>Due to feedback from output to input, the output of the flip-flop toggles continuously between ‘1’ and ‘0’.</a:t>
            </a:r>
          </a:p>
          <a:p>
            <a:pPr algn="l">
              <a:buFont typeface="Arial" panose="020B0604020202020204" pitchFamily="34" charset="0"/>
              <a:buChar char="•"/>
            </a:pPr>
            <a:r>
              <a:rPr lang="en-US" dirty="0">
                <a:solidFill>
                  <a:srgbClr val="111111"/>
                </a:solidFill>
                <a:latin typeface="-apple-system"/>
              </a:rPr>
              <a:t>This makes the output unstable or uncertain.</a:t>
            </a:r>
          </a:p>
          <a:p>
            <a:endParaRPr lang="en-IN" dirty="0"/>
          </a:p>
        </p:txBody>
      </p:sp>
    </p:spTree>
    <p:extLst>
      <p:ext uri="{BB962C8B-B14F-4D97-AF65-F5344CB8AC3E}">
        <p14:creationId xmlns:p14="http://schemas.microsoft.com/office/powerpoint/2010/main" val="998128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B3CB4-924E-D7B4-300C-48ABE714B10D}"/>
              </a:ext>
            </a:extLst>
          </p:cNvPr>
          <p:cNvSpPr>
            <a:spLocks noGrp="1"/>
          </p:cNvSpPr>
          <p:nvPr>
            <p:ph type="title"/>
          </p:nvPr>
        </p:nvSpPr>
        <p:spPr>
          <a:xfrm>
            <a:off x="271462" y="174625"/>
            <a:ext cx="11649075" cy="1325563"/>
          </a:xfrm>
        </p:spPr>
        <p:txBody>
          <a:bodyPr/>
          <a:lstStyle/>
          <a:p>
            <a:pPr algn="ctr"/>
            <a:r>
              <a:rPr lang="en-IN" b="1" dirty="0"/>
              <a:t>Master-Slave JK Flip Flop</a:t>
            </a:r>
          </a:p>
        </p:txBody>
      </p:sp>
      <p:sp>
        <p:nvSpPr>
          <p:cNvPr id="4" name="Content Placeholder 3">
            <a:extLst>
              <a:ext uri="{FF2B5EF4-FFF2-40B4-BE49-F238E27FC236}">
                <a16:creationId xmlns:a16="http://schemas.microsoft.com/office/drawing/2014/main" id="{D076CAB0-9008-FBAD-DE48-92859AFE8A05}"/>
              </a:ext>
            </a:extLst>
          </p:cNvPr>
          <p:cNvSpPr>
            <a:spLocks noGrp="1"/>
          </p:cNvSpPr>
          <p:nvPr>
            <p:ph idx="1"/>
          </p:nvPr>
        </p:nvSpPr>
        <p:spPr/>
        <p:txBody>
          <a:bodyPr/>
          <a:lstStyle/>
          <a:p>
            <a:pPr algn="just"/>
            <a:r>
              <a:rPr lang="en-US" b="0" i="0" dirty="0">
                <a:effectLst/>
                <a:latin typeface="Nunito" pitchFamily="2" charset="0"/>
              </a:rPr>
              <a:t>The Master-Slave Flip-Flop is basically a combination of two JK flip-flops connected together in a series configuration. Out of these, one acts as the </a:t>
            </a:r>
            <a:r>
              <a:rPr lang="en-US" b="1" i="0" dirty="0">
                <a:effectLst/>
                <a:latin typeface="Nunito" pitchFamily="2" charset="0"/>
              </a:rPr>
              <a:t>“master”</a:t>
            </a:r>
            <a:r>
              <a:rPr lang="en-US" b="0" i="0" dirty="0">
                <a:effectLst/>
                <a:latin typeface="Nunito" pitchFamily="2" charset="0"/>
              </a:rPr>
              <a:t> and the other as a </a:t>
            </a:r>
            <a:r>
              <a:rPr lang="en-US" b="1" i="0" dirty="0">
                <a:effectLst/>
                <a:latin typeface="Nunito" pitchFamily="2" charset="0"/>
              </a:rPr>
              <a:t>“slave”</a:t>
            </a:r>
            <a:r>
              <a:rPr lang="en-US" b="0" i="0" dirty="0">
                <a:effectLst/>
                <a:latin typeface="Nunito" pitchFamily="2" charset="0"/>
              </a:rPr>
              <a:t>. The output from the master flip flop is connected to the two inputs of the slave flip flop whose output is fed back to inputs of the master flip flop. In addition to these two flip-flops, the circuit also includes an </a:t>
            </a:r>
            <a:r>
              <a:rPr lang="en-US" b="1" i="0" dirty="0">
                <a:effectLst/>
                <a:latin typeface="Nunito" pitchFamily="2" charset="0"/>
              </a:rPr>
              <a:t>inverter</a:t>
            </a:r>
            <a:r>
              <a:rPr lang="en-US" b="0" i="0" dirty="0">
                <a:effectLst/>
                <a:latin typeface="Nunito" pitchFamily="2" charset="0"/>
              </a:rPr>
              <a:t>.</a:t>
            </a:r>
            <a:endParaRPr lang="en-IN" dirty="0"/>
          </a:p>
        </p:txBody>
      </p:sp>
    </p:spTree>
    <p:extLst>
      <p:ext uri="{BB962C8B-B14F-4D97-AF65-F5344CB8AC3E}">
        <p14:creationId xmlns:p14="http://schemas.microsoft.com/office/powerpoint/2010/main" val="3545405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B3CB4-924E-D7B4-300C-48ABE714B10D}"/>
              </a:ext>
            </a:extLst>
          </p:cNvPr>
          <p:cNvSpPr>
            <a:spLocks noGrp="1"/>
          </p:cNvSpPr>
          <p:nvPr>
            <p:ph type="title"/>
          </p:nvPr>
        </p:nvSpPr>
        <p:spPr>
          <a:xfrm>
            <a:off x="271462" y="174625"/>
            <a:ext cx="11649075" cy="1325563"/>
          </a:xfrm>
        </p:spPr>
        <p:txBody>
          <a:bodyPr/>
          <a:lstStyle/>
          <a:p>
            <a:pPr algn="ctr"/>
            <a:r>
              <a:rPr lang="en-IN" b="1" dirty="0"/>
              <a:t>Master-Slave JK Flip Flop</a:t>
            </a:r>
          </a:p>
        </p:txBody>
      </p:sp>
      <p:pic>
        <p:nvPicPr>
          <p:cNvPr id="5" name="Content Placeholder 4">
            <a:extLst>
              <a:ext uri="{FF2B5EF4-FFF2-40B4-BE49-F238E27FC236}">
                <a16:creationId xmlns:a16="http://schemas.microsoft.com/office/drawing/2014/main" id="{C66C710E-C9F2-68A1-5F7A-BE009EBCB0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0225" y="1281118"/>
            <a:ext cx="8172449" cy="5038725"/>
          </a:xfrm>
        </p:spPr>
      </p:pic>
    </p:spTree>
    <p:extLst>
      <p:ext uri="{BB962C8B-B14F-4D97-AF65-F5344CB8AC3E}">
        <p14:creationId xmlns:p14="http://schemas.microsoft.com/office/powerpoint/2010/main" val="4216741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B3CB4-924E-D7B4-300C-48ABE714B10D}"/>
              </a:ext>
            </a:extLst>
          </p:cNvPr>
          <p:cNvSpPr>
            <a:spLocks noGrp="1"/>
          </p:cNvSpPr>
          <p:nvPr>
            <p:ph type="title"/>
          </p:nvPr>
        </p:nvSpPr>
        <p:spPr>
          <a:xfrm>
            <a:off x="271462" y="174625"/>
            <a:ext cx="11649075" cy="1325563"/>
          </a:xfrm>
        </p:spPr>
        <p:txBody>
          <a:bodyPr/>
          <a:lstStyle/>
          <a:p>
            <a:pPr algn="ctr"/>
            <a:r>
              <a:rPr lang="en-IN" b="1" dirty="0"/>
              <a:t>Timing diagram of MS-JK Flip Flop</a:t>
            </a:r>
          </a:p>
        </p:txBody>
      </p:sp>
      <p:pic>
        <p:nvPicPr>
          <p:cNvPr id="5" name="Content Placeholder 4">
            <a:extLst>
              <a:ext uri="{FF2B5EF4-FFF2-40B4-BE49-F238E27FC236}">
                <a16:creationId xmlns:a16="http://schemas.microsoft.com/office/drawing/2014/main" id="{4B51506C-488E-C513-0C71-FE2FF7398C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3802" y="1500188"/>
            <a:ext cx="7704393" cy="4351338"/>
          </a:xfrm>
        </p:spPr>
      </p:pic>
    </p:spTree>
    <p:extLst>
      <p:ext uri="{BB962C8B-B14F-4D97-AF65-F5344CB8AC3E}">
        <p14:creationId xmlns:p14="http://schemas.microsoft.com/office/powerpoint/2010/main" val="1096723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B3CB4-924E-D7B4-300C-48ABE714B10D}"/>
              </a:ext>
            </a:extLst>
          </p:cNvPr>
          <p:cNvSpPr>
            <a:spLocks noGrp="1"/>
          </p:cNvSpPr>
          <p:nvPr>
            <p:ph type="title"/>
          </p:nvPr>
        </p:nvSpPr>
        <p:spPr>
          <a:xfrm>
            <a:off x="271462" y="174625"/>
            <a:ext cx="11649075" cy="1325563"/>
          </a:xfrm>
        </p:spPr>
        <p:txBody>
          <a:bodyPr/>
          <a:lstStyle/>
          <a:p>
            <a:pPr algn="ctr"/>
            <a:r>
              <a:rPr lang="en-IN" b="1" dirty="0"/>
              <a:t>Timing diagram of MS-JK Flip Flop</a:t>
            </a:r>
          </a:p>
        </p:txBody>
      </p:sp>
      <p:sp>
        <p:nvSpPr>
          <p:cNvPr id="4" name="Content Placeholder 3">
            <a:extLst>
              <a:ext uri="{FF2B5EF4-FFF2-40B4-BE49-F238E27FC236}">
                <a16:creationId xmlns:a16="http://schemas.microsoft.com/office/drawing/2014/main" id="{2427A4A3-32F3-9D44-A1EB-DD78CCE6EE6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890083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B3CB4-924E-D7B4-300C-48ABE714B10D}"/>
              </a:ext>
            </a:extLst>
          </p:cNvPr>
          <p:cNvSpPr>
            <a:spLocks noGrp="1"/>
          </p:cNvSpPr>
          <p:nvPr>
            <p:ph type="title"/>
          </p:nvPr>
        </p:nvSpPr>
        <p:spPr>
          <a:xfrm>
            <a:off x="271462" y="174625"/>
            <a:ext cx="11649075" cy="1325563"/>
          </a:xfrm>
        </p:spPr>
        <p:txBody>
          <a:bodyPr/>
          <a:lstStyle/>
          <a:p>
            <a:pPr algn="ctr"/>
            <a:r>
              <a:rPr lang="en-IN" b="1" dirty="0"/>
              <a:t>Timing diagram of MS-JK Flip Flop</a:t>
            </a:r>
          </a:p>
        </p:txBody>
      </p:sp>
      <p:sp>
        <p:nvSpPr>
          <p:cNvPr id="4" name="Content Placeholder 3">
            <a:extLst>
              <a:ext uri="{FF2B5EF4-FFF2-40B4-BE49-F238E27FC236}">
                <a16:creationId xmlns:a16="http://schemas.microsoft.com/office/drawing/2014/main" id="{2427A4A3-32F3-9D44-A1EB-DD78CCE6EE6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64735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B3CB4-924E-D7B4-300C-48ABE714B10D}"/>
              </a:ext>
            </a:extLst>
          </p:cNvPr>
          <p:cNvSpPr>
            <a:spLocks noGrp="1"/>
          </p:cNvSpPr>
          <p:nvPr>
            <p:ph type="title"/>
          </p:nvPr>
        </p:nvSpPr>
        <p:spPr>
          <a:xfrm>
            <a:off x="271462" y="174625"/>
            <a:ext cx="11649075" cy="1325563"/>
          </a:xfrm>
        </p:spPr>
        <p:txBody>
          <a:bodyPr/>
          <a:lstStyle/>
          <a:p>
            <a:pPr algn="ctr"/>
            <a:r>
              <a:rPr lang="en-IN" b="1" dirty="0"/>
              <a:t>Timing diagram of MS-JK Flip Flop</a:t>
            </a:r>
          </a:p>
        </p:txBody>
      </p:sp>
      <p:sp>
        <p:nvSpPr>
          <p:cNvPr id="4" name="Content Placeholder 3">
            <a:extLst>
              <a:ext uri="{FF2B5EF4-FFF2-40B4-BE49-F238E27FC236}">
                <a16:creationId xmlns:a16="http://schemas.microsoft.com/office/drawing/2014/main" id="{2427A4A3-32F3-9D44-A1EB-DD78CCE6EE6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693968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B3CB4-924E-D7B4-300C-48ABE714B10D}"/>
              </a:ext>
            </a:extLst>
          </p:cNvPr>
          <p:cNvSpPr>
            <a:spLocks noGrp="1"/>
          </p:cNvSpPr>
          <p:nvPr>
            <p:ph type="title"/>
          </p:nvPr>
        </p:nvSpPr>
        <p:spPr>
          <a:xfrm>
            <a:off x="271462" y="174625"/>
            <a:ext cx="11649075" cy="1325563"/>
          </a:xfrm>
        </p:spPr>
        <p:txBody>
          <a:bodyPr/>
          <a:lstStyle/>
          <a:p>
            <a:pPr algn="ctr"/>
            <a:r>
              <a:rPr lang="en-IN" b="1" dirty="0"/>
              <a:t>Timing diagram of MS-JK Flip Flop</a:t>
            </a:r>
          </a:p>
        </p:txBody>
      </p:sp>
      <p:sp>
        <p:nvSpPr>
          <p:cNvPr id="4" name="Content Placeholder 3">
            <a:extLst>
              <a:ext uri="{FF2B5EF4-FFF2-40B4-BE49-F238E27FC236}">
                <a16:creationId xmlns:a16="http://schemas.microsoft.com/office/drawing/2014/main" id="{2427A4A3-32F3-9D44-A1EB-DD78CCE6EE6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115152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228</Words>
  <Application>Microsoft Office PowerPoint</Application>
  <PresentationFormat>Widescreen</PresentationFormat>
  <Paragraphs>40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-apple-system</vt:lpstr>
      <vt:lpstr>Arial</vt:lpstr>
      <vt:lpstr>Calibri</vt:lpstr>
      <vt:lpstr>Calibri Light</vt:lpstr>
      <vt:lpstr>Nunito</vt:lpstr>
      <vt:lpstr>Office Theme</vt:lpstr>
      <vt:lpstr>JK Flip Flop</vt:lpstr>
      <vt:lpstr>Truth table of JK Flip Flop</vt:lpstr>
      <vt:lpstr>Characteristic Table of JK Flip Flop</vt:lpstr>
      <vt:lpstr>Excitation table of JK Flip Flop</vt:lpstr>
      <vt:lpstr>Race around </vt:lpstr>
      <vt:lpstr>Master-Slave JK Flip Flop</vt:lpstr>
      <vt:lpstr>Master-Slave JK Flip Flop</vt:lpstr>
      <vt:lpstr>Timing diagram of MS-JK Flip Flop</vt:lpstr>
      <vt:lpstr>Timing diagram of MS-JK Flip Flop</vt:lpstr>
      <vt:lpstr>Timing diagram of MS-JK Flip Flop</vt:lpstr>
      <vt:lpstr>Timing diagram of MS-JK Flip Flop</vt:lpstr>
      <vt:lpstr>Timing diagram of MS-JK Flip Flop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JK Flip Flop</dc:title>
  <dc:creator>pritam adhikari</dc:creator>
  <cp:lastModifiedBy>pritam adhikari</cp:lastModifiedBy>
  <cp:revision>1</cp:revision>
  <dcterms:created xsi:type="dcterms:W3CDTF">2025-01-15T17:09:33Z</dcterms:created>
  <dcterms:modified xsi:type="dcterms:W3CDTF">2025-01-16T00:37:03Z</dcterms:modified>
</cp:coreProperties>
</file>