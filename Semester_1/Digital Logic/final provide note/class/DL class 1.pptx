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35B14-3FCE-B988-2139-AFE4E6680A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CA0A2CD-D90A-3621-CA96-90A6B993E5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E8ECBE-DC4E-4480-E6BD-487B1C7CA8D3}"/>
              </a:ext>
            </a:extLst>
          </p:cNvPr>
          <p:cNvSpPr>
            <a:spLocks noGrp="1"/>
          </p:cNvSpPr>
          <p:nvPr>
            <p:ph type="dt" sz="half" idx="10"/>
          </p:nvPr>
        </p:nvSpPr>
        <p:spPr/>
        <p:txBody>
          <a:bodyPr/>
          <a:lstStyle/>
          <a:p>
            <a:fld id="{49FC28D8-73D9-4A8D-BC05-0FFB6633F913}" type="datetimeFigureOut">
              <a:rPr lang="en-IN" smtClean="0"/>
              <a:t>20-11-2024</a:t>
            </a:fld>
            <a:endParaRPr lang="en-IN"/>
          </a:p>
        </p:txBody>
      </p:sp>
      <p:sp>
        <p:nvSpPr>
          <p:cNvPr id="5" name="Footer Placeholder 4">
            <a:extLst>
              <a:ext uri="{FF2B5EF4-FFF2-40B4-BE49-F238E27FC236}">
                <a16:creationId xmlns:a16="http://schemas.microsoft.com/office/drawing/2014/main" id="{6E0EF8F5-F6A8-1E0D-8313-3823AF3722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0F13A3-46C1-8F4C-C569-8539AC4B7C5D}"/>
              </a:ext>
            </a:extLst>
          </p:cNvPr>
          <p:cNvSpPr>
            <a:spLocks noGrp="1"/>
          </p:cNvSpPr>
          <p:nvPr>
            <p:ph type="sldNum" sz="quarter" idx="12"/>
          </p:nvPr>
        </p:nvSpPr>
        <p:spPr/>
        <p:txBody>
          <a:bodyPr/>
          <a:lstStyle/>
          <a:p>
            <a:fld id="{B3010654-F43A-4D5C-A194-8A6408343A39}" type="slidenum">
              <a:rPr lang="en-IN" smtClean="0"/>
              <a:t>‹#›</a:t>
            </a:fld>
            <a:endParaRPr lang="en-IN"/>
          </a:p>
        </p:txBody>
      </p:sp>
    </p:spTree>
    <p:extLst>
      <p:ext uri="{BB962C8B-B14F-4D97-AF65-F5344CB8AC3E}">
        <p14:creationId xmlns:p14="http://schemas.microsoft.com/office/powerpoint/2010/main" val="1171807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4F18B-BC6D-FE0C-1CF9-472FD5B151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57A0B1-2883-D540-60A7-7A8228EB04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94DA2D-B2C7-F5EB-9A3C-4DAAD0B66B85}"/>
              </a:ext>
            </a:extLst>
          </p:cNvPr>
          <p:cNvSpPr>
            <a:spLocks noGrp="1"/>
          </p:cNvSpPr>
          <p:nvPr>
            <p:ph type="dt" sz="half" idx="10"/>
          </p:nvPr>
        </p:nvSpPr>
        <p:spPr/>
        <p:txBody>
          <a:bodyPr/>
          <a:lstStyle/>
          <a:p>
            <a:fld id="{49FC28D8-73D9-4A8D-BC05-0FFB6633F913}" type="datetimeFigureOut">
              <a:rPr lang="en-IN" smtClean="0"/>
              <a:t>20-11-2024</a:t>
            </a:fld>
            <a:endParaRPr lang="en-IN"/>
          </a:p>
        </p:txBody>
      </p:sp>
      <p:sp>
        <p:nvSpPr>
          <p:cNvPr id="5" name="Footer Placeholder 4">
            <a:extLst>
              <a:ext uri="{FF2B5EF4-FFF2-40B4-BE49-F238E27FC236}">
                <a16:creationId xmlns:a16="http://schemas.microsoft.com/office/drawing/2014/main" id="{5E110857-5C47-EB37-F799-CEE64F6E68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DA2B75-C8AD-E747-F834-EE6B8796D66A}"/>
              </a:ext>
            </a:extLst>
          </p:cNvPr>
          <p:cNvSpPr>
            <a:spLocks noGrp="1"/>
          </p:cNvSpPr>
          <p:nvPr>
            <p:ph type="sldNum" sz="quarter" idx="12"/>
          </p:nvPr>
        </p:nvSpPr>
        <p:spPr/>
        <p:txBody>
          <a:bodyPr/>
          <a:lstStyle/>
          <a:p>
            <a:fld id="{B3010654-F43A-4D5C-A194-8A6408343A39}" type="slidenum">
              <a:rPr lang="en-IN" smtClean="0"/>
              <a:t>‹#›</a:t>
            </a:fld>
            <a:endParaRPr lang="en-IN"/>
          </a:p>
        </p:txBody>
      </p:sp>
    </p:spTree>
    <p:extLst>
      <p:ext uri="{BB962C8B-B14F-4D97-AF65-F5344CB8AC3E}">
        <p14:creationId xmlns:p14="http://schemas.microsoft.com/office/powerpoint/2010/main" val="2476648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D007A-8E6C-B705-9FAD-43341FA0BB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E3C57D8-E2E4-6DF5-99CA-6A5AB1886A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6B7406-B443-E1EC-DF36-791C5B8B02EB}"/>
              </a:ext>
            </a:extLst>
          </p:cNvPr>
          <p:cNvSpPr>
            <a:spLocks noGrp="1"/>
          </p:cNvSpPr>
          <p:nvPr>
            <p:ph type="dt" sz="half" idx="10"/>
          </p:nvPr>
        </p:nvSpPr>
        <p:spPr/>
        <p:txBody>
          <a:bodyPr/>
          <a:lstStyle/>
          <a:p>
            <a:fld id="{49FC28D8-73D9-4A8D-BC05-0FFB6633F913}" type="datetimeFigureOut">
              <a:rPr lang="en-IN" smtClean="0"/>
              <a:t>20-11-2024</a:t>
            </a:fld>
            <a:endParaRPr lang="en-IN"/>
          </a:p>
        </p:txBody>
      </p:sp>
      <p:sp>
        <p:nvSpPr>
          <p:cNvPr id="5" name="Footer Placeholder 4">
            <a:extLst>
              <a:ext uri="{FF2B5EF4-FFF2-40B4-BE49-F238E27FC236}">
                <a16:creationId xmlns:a16="http://schemas.microsoft.com/office/drawing/2014/main" id="{6610235F-04FF-0AB2-EFF3-FDCE06617E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5B8FE0-5080-D0DF-4C74-72C99F74DDED}"/>
              </a:ext>
            </a:extLst>
          </p:cNvPr>
          <p:cNvSpPr>
            <a:spLocks noGrp="1"/>
          </p:cNvSpPr>
          <p:nvPr>
            <p:ph type="sldNum" sz="quarter" idx="12"/>
          </p:nvPr>
        </p:nvSpPr>
        <p:spPr/>
        <p:txBody>
          <a:bodyPr/>
          <a:lstStyle/>
          <a:p>
            <a:fld id="{B3010654-F43A-4D5C-A194-8A6408343A39}" type="slidenum">
              <a:rPr lang="en-IN" smtClean="0"/>
              <a:t>‹#›</a:t>
            </a:fld>
            <a:endParaRPr lang="en-IN"/>
          </a:p>
        </p:txBody>
      </p:sp>
    </p:spTree>
    <p:extLst>
      <p:ext uri="{BB962C8B-B14F-4D97-AF65-F5344CB8AC3E}">
        <p14:creationId xmlns:p14="http://schemas.microsoft.com/office/powerpoint/2010/main" val="664342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79B3F-9245-38EB-AE52-CCD747DECC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F1D5E7-DB88-44DC-7B79-968EC48AA1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4AF274-7F6F-A197-F7B9-68D3AEB5A7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21396F5-27BE-34AC-CFE8-E007FEE9F8D0}"/>
              </a:ext>
            </a:extLst>
          </p:cNvPr>
          <p:cNvSpPr>
            <a:spLocks noGrp="1"/>
          </p:cNvSpPr>
          <p:nvPr>
            <p:ph type="dt" sz="half" idx="10"/>
          </p:nvPr>
        </p:nvSpPr>
        <p:spPr/>
        <p:txBody>
          <a:bodyPr/>
          <a:lstStyle/>
          <a:p>
            <a:fld id="{49FC28D8-73D9-4A8D-BC05-0FFB6633F913}" type="datetimeFigureOut">
              <a:rPr lang="en-IN" smtClean="0"/>
              <a:t>20-11-2024</a:t>
            </a:fld>
            <a:endParaRPr lang="en-IN"/>
          </a:p>
        </p:txBody>
      </p:sp>
      <p:sp>
        <p:nvSpPr>
          <p:cNvPr id="6" name="Footer Placeholder 5">
            <a:extLst>
              <a:ext uri="{FF2B5EF4-FFF2-40B4-BE49-F238E27FC236}">
                <a16:creationId xmlns:a16="http://schemas.microsoft.com/office/drawing/2014/main" id="{11903AAF-3344-5FA9-4DA5-CB307771C7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D4DE3B-451C-F85C-A80D-BBD5744B5DD4}"/>
              </a:ext>
            </a:extLst>
          </p:cNvPr>
          <p:cNvSpPr>
            <a:spLocks noGrp="1"/>
          </p:cNvSpPr>
          <p:nvPr>
            <p:ph type="sldNum" sz="quarter" idx="12"/>
          </p:nvPr>
        </p:nvSpPr>
        <p:spPr/>
        <p:txBody>
          <a:bodyPr/>
          <a:lstStyle/>
          <a:p>
            <a:fld id="{B3010654-F43A-4D5C-A194-8A6408343A39}" type="slidenum">
              <a:rPr lang="en-IN" smtClean="0"/>
              <a:t>‹#›</a:t>
            </a:fld>
            <a:endParaRPr lang="en-IN"/>
          </a:p>
        </p:txBody>
      </p:sp>
    </p:spTree>
    <p:extLst>
      <p:ext uri="{BB962C8B-B14F-4D97-AF65-F5344CB8AC3E}">
        <p14:creationId xmlns:p14="http://schemas.microsoft.com/office/powerpoint/2010/main" val="2627779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990BD-3C23-7D8B-D986-8F5AB09688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21AC2E-D21C-9D65-7B12-8C617CD9B8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BBE1F9-9F28-8FAC-C684-B56436C048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ABFAC8-E42A-2291-4444-D1B96EC478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99AB69-FDDF-B56E-DB17-C3BA7DCC92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08A048-AFEF-1074-9184-9FB00CE053F5}"/>
              </a:ext>
            </a:extLst>
          </p:cNvPr>
          <p:cNvSpPr>
            <a:spLocks noGrp="1"/>
          </p:cNvSpPr>
          <p:nvPr>
            <p:ph type="dt" sz="half" idx="10"/>
          </p:nvPr>
        </p:nvSpPr>
        <p:spPr/>
        <p:txBody>
          <a:bodyPr/>
          <a:lstStyle/>
          <a:p>
            <a:fld id="{49FC28D8-73D9-4A8D-BC05-0FFB6633F913}" type="datetimeFigureOut">
              <a:rPr lang="en-IN" smtClean="0"/>
              <a:t>20-11-2024</a:t>
            </a:fld>
            <a:endParaRPr lang="en-IN"/>
          </a:p>
        </p:txBody>
      </p:sp>
      <p:sp>
        <p:nvSpPr>
          <p:cNvPr id="8" name="Footer Placeholder 7">
            <a:extLst>
              <a:ext uri="{FF2B5EF4-FFF2-40B4-BE49-F238E27FC236}">
                <a16:creationId xmlns:a16="http://schemas.microsoft.com/office/drawing/2014/main" id="{64E37729-CFAA-F0BC-B429-AFBECD2DF9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31A0D9F-4582-26FF-E01B-E8279DC5B29E}"/>
              </a:ext>
            </a:extLst>
          </p:cNvPr>
          <p:cNvSpPr>
            <a:spLocks noGrp="1"/>
          </p:cNvSpPr>
          <p:nvPr>
            <p:ph type="sldNum" sz="quarter" idx="12"/>
          </p:nvPr>
        </p:nvSpPr>
        <p:spPr/>
        <p:txBody>
          <a:bodyPr/>
          <a:lstStyle/>
          <a:p>
            <a:fld id="{B3010654-F43A-4D5C-A194-8A6408343A39}" type="slidenum">
              <a:rPr lang="en-IN" smtClean="0"/>
              <a:t>‹#›</a:t>
            </a:fld>
            <a:endParaRPr lang="en-IN"/>
          </a:p>
        </p:txBody>
      </p:sp>
    </p:spTree>
    <p:extLst>
      <p:ext uri="{BB962C8B-B14F-4D97-AF65-F5344CB8AC3E}">
        <p14:creationId xmlns:p14="http://schemas.microsoft.com/office/powerpoint/2010/main" val="2255228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588EE-A6BF-A883-478D-9D5DD4C0019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6CDCA05-B2DB-C594-3F1F-8B01BA73489B}"/>
              </a:ext>
            </a:extLst>
          </p:cNvPr>
          <p:cNvSpPr>
            <a:spLocks noGrp="1"/>
          </p:cNvSpPr>
          <p:nvPr>
            <p:ph type="dt" sz="half" idx="10"/>
          </p:nvPr>
        </p:nvSpPr>
        <p:spPr/>
        <p:txBody>
          <a:bodyPr/>
          <a:lstStyle/>
          <a:p>
            <a:fld id="{49FC28D8-73D9-4A8D-BC05-0FFB6633F913}" type="datetimeFigureOut">
              <a:rPr lang="en-IN" smtClean="0"/>
              <a:t>20-11-2024</a:t>
            </a:fld>
            <a:endParaRPr lang="en-IN"/>
          </a:p>
        </p:txBody>
      </p:sp>
      <p:sp>
        <p:nvSpPr>
          <p:cNvPr id="4" name="Footer Placeholder 3">
            <a:extLst>
              <a:ext uri="{FF2B5EF4-FFF2-40B4-BE49-F238E27FC236}">
                <a16:creationId xmlns:a16="http://schemas.microsoft.com/office/drawing/2014/main" id="{12BADB62-F6AB-19B2-3390-6509FDA8047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1296343-4D37-EEF9-D7A4-AC8C3DB14F0E}"/>
              </a:ext>
            </a:extLst>
          </p:cNvPr>
          <p:cNvSpPr>
            <a:spLocks noGrp="1"/>
          </p:cNvSpPr>
          <p:nvPr>
            <p:ph type="sldNum" sz="quarter" idx="12"/>
          </p:nvPr>
        </p:nvSpPr>
        <p:spPr/>
        <p:txBody>
          <a:bodyPr/>
          <a:lstStyle/>
          <a:p>
            <a:fld id="{B3010654-F43A-4D5C-A194-8A6408343A39}" type="slidenum">
              <a:rPr lang="en-IN" smtClean="0"/>
              <a:t>‹#›</a:t>
            </a:fld>
            <a:endParaRPr lang="en-IN"/>
          </a:p>
        </p:txBody>
      </p:sp>
    </p:spTree>
    <p:extLst>
      <p:ext uri="{BB962C8B-B14F-4D97-AF65-F5344CB8AC3E}">
        <p14:creationId xmlns:p14="http://schemas.microsoft.com/office/powerpoint/2010/main" val="2918867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476450-43B4-0383-F414-37FA2F720CBA}"/>
              </a:ext>
            </a:extLst>
          </p:cNvPr>
          <p:cNvSpPr>
            <a:spLocks noGrp="1"/>
          </p:cNvSpPr>
          <p:nvPr>
            <p:ph type="dt" sz="half" idx="10"/>
          </p:nvPr>
        </p:nvSpPr>
        <p:spPr/>
        <p:txBody>
          <a:bodyPr/>
          <a:lstStyle/>
          <a:p>
            <a:fld id="{49FC28D8-73D9-4A8D-BC05-0FFB6633F913}" type="datetimeFigureOut">
              <a:rPr lang="en-IN" smtClean="0"/>
              <a:t>20-11-2024</a:t>
            </a:fld>
            <a:endParaRPr lang="en-IN"/>
          </a:p>
        </p:txBody>
      </p:sp>
      <p:sp>
        <p:nvSpPr>
          <p:cNvPr id="3" name="Footer Placeholder 2">
            <a:extLst>
              <a:ext uri="{FF2B5EF4-FFF2-40B4-BE49-F238E27FC236}">
                <a16:creationId xmlns:a16="http://schemas.microsoft.com/office/drawing/2014/main" id="{F4F7A6AF-2BF2-7F0E-CC02-A01671DB3E4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05150F-0E3B-0D5C-FC5E-1ED411D54D9C}"/>
              </a:ext>
            </a:extLst>
          </p:cNvPr>
          <p:cNvSpPr>
            <a:spLocks noGrp="1"/>
          </p:cNvSpPr>
          <p:nvPr>
            <p:ph type="sldNum" sz="quarter" idx="12"/>
          </p:nvPr>
        </p:nvSpPr>
        <p:spPr/>
        <p:txBody>
          <a:bodyPr/>
          <a:lstStyle/>
          <a:p>
            <a:fld id="{B3010654-F43A-4D5C-A194-8A6408343A39}" type="slidenum">
              <a:rPr lang="en-IN" smtClean="0"/>
              <a:t>‹#›</a:t>
            </a:fld>
            <a:endParaRPr lang="en-IN"/>
          </a:p>
        </p:txBody>
      </p:sp>
    </p:spTree>
    <p:extLst>
      <p:ext uri="{BB962C8B-B14F-4D97-AF65-F5344CB8AC3E}">
        <p14:creationId xmlns:p14="http://schemas.microsoft.com/office/powerpoint/2010/main" val="3986386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2203B-8AA2-57E1-FE27-11DE9CB820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CD06D5-24AA-2B51-7652-A8D685BCF6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29FA01-EB0C-D580-D6D7-B134AF5D63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4DA9CB-FD9A-7362-E98C-15214F9D7A6F}"/>
              </a:ext>
            </a:extLst>
          </p:cNvPr>
          <p:cNvSpPr>
            <a:spLocks noGrp="1"/>
          </p:cNvSpPr>
          <p:nvPr>
            <p:ph type="dt" sz="half" idx="10"/>
          </p:nvPr>
        </p:nvSpPr>
        <p:spPr/>
        <p:txBody>
          <a:bodyPr/>
          <a:lstStyle/>
          <a:p>
            <a:fld id="{49FC28D8-73D9-4A8D-BC05-0FFB6633F913}" type="datetimeFigureOut">
              <a:rPr lang="en-IN" smtClean="0"/>
              <a:t>20-11-2024</a:t>
            </a:fld>
            <a:endParaRPr lang="en-IN"/>
          </a:p>
        </p:txBody>
      </p:sp>
      <p:sp>
        <p:nvSpPr>
          <p:cNvPr id="6" name="Footer Placeholder 5">
            <a:extLst>
              <a:ext uri="{FF2B5EF4-FFF2-40B4-BE49-F238E27FC236}">
                <a16:creationId xmlns:a16="http://schemas.microsoft.com/office/drawing/2014/main" id="{AEA3079F-7298-4AE5-2E7C-8E478E990E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703C1C-A88A-F0C7-582E-451DF2BE8C2B}"/>
              </a:ext>
            </a:extLst>
          </p:cNvPr>
          <p:cNvSpPr>
            <a:spLocks noGrp="1"/>
          </p:cNvSpPr>
          <p:nvPr>
            <p:ph type="sldNum" sz="quarter" idx="12"/>
          </p:nvPr>
        </p:nvSpPr>
        <p:spPr/>
        <p:txBody>
          <a:bodyPr/>
          <a:lstStyle/>
          <a:p>
            <a:fld id="{B3010654-F43A-4D5C-A194-8A6408343A39}" type="slidenum">
              <a:rPr lang="en-IN" smtClean="0"/>
              <a:t>‹#›</a:t>
            </a:fld>
            <a:endParaRPr lang="en-IN"/>
          </a:p>
        </p:txBody>
      </p:sp>
    </p:spTree>
    <p:extLst>
      <p:ext uri="{BB962C8B-B14F-4D97-AF65-F5344CB8AC3E}">
        <p14:creationId xmlns:p14="http://schemas.microsoft.com/office/powerpoint/2010/main" val="2662080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21239-BDBD-B436-B683-7CE57A71C8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3F0D52-F9EA-F66E-BF40-2A48461499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0F3773-C9AE-4902-6154-B0890B6795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48BCDE-54D9-C297-3C54-106699E49F42}"/>
              </a:ext>
            </a:extLst>
          </p:cNvPr>
          <p:cNvSpPr>
            <a:spLocks noGrp="1"/>
          </p:cNvSpPr>
          <p:nvPr>
            <p:ph type="dt" sz="half" idx="10"/>
          </p:nvPr>
        </p:nvSpPr>
        <p:spPr/>
        <p:txBody>
          <a:bodyPr/>
          <a:lstStyle/>
          <a:p>
            <a:fld id="{49FC28D8-73D9-4A8D-BC05-0FFB6633F913}" type="datetimeFigureOut">
              <a:rPr lang="en-IN" smtClean="0"/>
              <a:t>20-11-2024</a:t>
            </a:fld>
            <a:endParaRPr lang="en-IN"/>
          </a:p>
        </p:txBody>
      </p:sp>
      <p:sp>
        <p:nvSpPr>
          <p:cNvPr id="6" name="Footer Placeholder 5">
            <a:extLst>
              <a:ext uri="{FF2B5EF4-FFF2-40B4-BE49-F238E27FC236}">
                <a16:creationId xmlns:a16="http://schemas.microsoft.com/office/drawing/2014/main" id="{6253D19F-E3DA-9119-86D0-49D064F102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B156EF-0E81-F760-6201-E1D89C6E6DBF}"/>
              </a:ext>
            </a:extLst>
          </p:cNvPr>
          <p:cNvSpPr>
            <a:spLocks noGrp="1"/>
          </p:cNvSpPr>
          <p:nvPr>
            <p:ph type="sldNum" sz="quarter" idx="12"/>
          </p:nvPr>
        </p:nvSpPr>
        <p:spPr/>
        <p:txBody>
          <a:bodyPr/>
          <a:lstStyle/>
          <a:p>
            <a:fld id="{B3010654-F43A-4D5C-A194-8A6408343A39}" type="slidenum">
              <a:rPr lang="en-IN" smtClean="0"/>
              <a:t>‹#›</a:t>
            </a:fld>
            <a:endParaRPr lang="en-IN"/>
          </a:p>
        </p:txBody>
      </p:sp>
    </p:spTree>
    <p:extLst>
      <p:ext uri="{BB962C8B-B14F-4D97-AF65-F5344CB8AC3E}">
        <p14:creationId xmlns:p14="http://schemas.microsoft.com/office/powerpoint/2010/main" val="3433957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BABE6-CAF6-51F1-2FE7-90AFB252493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66D1E4-FA05-1ABB-EF26-1DE5DEDFE6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9BCA32-B6B0-0014-97BC-5C37CC4F9E4B}"/>
              </a:ext>
            </a:extLst>
          </p:cNvPr>
          <p:cNvSpPr>
            <a:spLocks noGrp="1"/>
          </p:cNvSpPr>
          <p:nvPr>
            <p:ph type="dt" sz="half" idx="10"/>
          </p:nvPr>
        </p:nvSpPr>
        <p:spPr/>
        <p:txBody>
          <a:bodyPr/>
          <a:lstStyle/>
          <a:p>
            <a:fld id="{49FC28D8-73D9-4A8D-BC05-0FFB6633F913}" type="datetimeFigureOut">
              <a:rPr lang="en-IN" smtClean="0"/>
              <a:t>20-11-2024</a:t>
            </a:fld>
            <a:endParaRPr lang="en-IN"/>
          </a:p>
        </p:txBody>
      </p:sp>
      <p:sp>
        <p:nvSpPr>
          <p:cNvPr id="5" name="Footer Placeholder 4">
            <a:extLst>
              <a:ext uri="{FF2B5EF4-FFF2-40B4-BE49-F238E27FC236}">
                <a16:creationId xmlns:a16="http://schemas.microsoft.com/office/drawing/2014/main" id="{540D1121-EB30-306E-DD4F-BC7370AAD7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87014D-A5E7-171B-74B0-FEDD80098D84}"/>
              </a:ext>
            </a:extLst>
          </p:cNvPr>
          <p:cNvSpPr>
            <a:spLocks noGrp="1"/>
          </p:cNvSpPr>
          <p:nvPr>
            <p:ph type="sldNum" sz="quarter" idx="12"/>
          </p:nvPr>
        </p:nvSpPr>
        <p:spPr/>
        <p:txBody>
          <a:bodyPr/>
          <a:lstStyle/>
          <a:p>
            <a:fld id="{B3010654-F43A-4D5C-A194-8A6408343A39}" type="slidenum">
              <a:rPr lang="en-IN" smtClean="0"/>
              <a:t>‹#›</a:t>
            </a:fld>
            <a:endParaRPr lang="en-IN"/>
          </a:p>
        </p:txBody>
      </p:sp>
    </p:spTree>
    <p:extLst>
      <p:ext uri="{BB962C8B-B14F-4D97-AF65-F5344CB8AC3E}">
        <p14:creationId xmlns:p14="http://schemas.microsoft.com/office/powerpoint/2010/main" val="1238801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3CD7AE-C8B4-7508-DD88-499465E14F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5AAB51-37FC-68B5-9300-AC5E74C6AE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D9E7A6-CC14-437B-BB94-E304E9BF898F}"/>
              </a:ext>
            </a:extLst>
          </p:cNvPr>
          <p:cNvSpPr>
            <a:spLocks noGrp="1"/>
          </p:cNvSpPr>
          <p:nvPr>
            <p:ph type="dt" sz="half" idx="10"/>
          </p:nvPr>
        </p:nvSpPr>
        <p:spPr/>
        <p:txBody>
          <a:bodyPr/>
          <a:lstStyle/>
          <a:p>
            <a:fld id="{49FC28D8-73D9-4A8D-BC05-0FFB6633F913}" type="datetimeFigureOut">
              <a:rPr lang="en-IN" smtClean="0"/>
              <a:t>20-11-2024</a:t>
            </a:fld>
            <a:endParaRPr lang="en-IN"/>
          </a:p>
        </p:txBody>
      </p:sp>
      <p:sp>
        <p:nvSpPr>
          <p:cNvPr id="5" name="Footer Placeholder 4">
            <a:extLst>
              <a:ext uri="{FF2B5EF4-FFF2-40B4-BE49-F238E27FC236}">
                <a16:creationId xmlns:a16="http://schemas.microsoft.com/office/drawing/2014/main" id="{3798B7FA-CE50-326B-3669-F2B7272E0B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3B6C47-0FB1-70DB-3591-1C83E5BFB3CF}"/>
              </a:ext>
            </a:extLst>
          </p:cNvPr>
          <p:cNvSpPr>
            <a:spLocks noGrp="1"/>
          </p:cNvSpPr>
          <p:nvPr>
            <p:ph type="sldNum" sz="quarter" idx="12"/>
          </p:nvPr>
        </p:nvSpPr>
        <p:spPr/>
        <p:txBody>
          <a:bodyPr/>
          <a:lstStyle/>
          <a:p>
            <a:fld id="{B3010654-F43A-4D5C-A194-8A6408343A39}" type="slidenum">
              <a:rPr lang="en-IN" smtClean="0"/>
              <a:t>‹#›</a:t>
            </a:fld>
            <a:endParaRPr lang="en-IN"/>
          </a:p>
        </p:txBody>
      </p:sp>
    </p:spTree>
    <p:extLst>
      <p:ext uri="{BB962C8B-B14F-4D97-AF65-F5344CB8AC3E}">
        <p14:creationId xmlns:p14="http://schemas.microsoft.com/office/powerpoint/2010/main" val="2797925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567423-9A94-35B9-C1D5-759E16C121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387FC5-C643-4234-0A22-D5331F6CDF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F1B977-D68B-572A-FD75-6EEF0C20F4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FC28D8-73D9-4A8D-BC05-0FFB6633F913}" type="datetimeFigureOut">
              <a:rPr lang="en-IN" smtClean="0"/>
              <a:t>20-11-2024</a:t>
            </a:fld>
            <a:endParaRPr lang="en-IN"/>
          </a:p>
        </p:txBody>
      </p:sp>
      <p:sp>
        <p:nvSpPr>
          <p:cNvPr id="5" name="Footer Placeholder 4">
            <a:extLst>
              <a:ext uri="{FF2B5EF4-FFF2-40B4-BE49-F238E27FC236}">
                <a16:creationId xmlns:a16="http://schemas.microsoft.com/office/drawing/2014/main" id="{7B80CC72-D961-3BC1-B161-32F6D46CD5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06CD650-8E85-1FC8-C63D-CA77918DF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010654-F43A-4D5C-A194-8A6408343A39}" type="slidenum">
              <a:rPr lang="en-IN" smtClean="0"/>
              <a:t>‹#›</a:t>
            </a:fld>
            <a:endParaRPr lang="en-IN"/>
          </a:p>
        </p:txBody>
      </p:sp>
    </p:spTree>
    <p:extLst>
      <p:ext uri="{BB962C8B-B14F-4D97-AF65-F5344CB8AC3E}">
        <p14:creationId xmlns:p14="http://schemas.microsoft.com/office/powerpoint/2010/main" val="3894235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6E683-216B-BBDF-0D39-0D2B03AC833E}"/>
              </a:ext>
            </a:extLst>
          </p:cNvPr>
          <p:cNvSpPr>
            <a:spLocks noGrp="1"/>
          </p:cNvSpPr>
          <p:nvPr>
            <p:ph type="title"/>
          </p:nvPr>
        </p:nvSpPr>
        <p:spPr>
          <a:xfrm>
            <a:off x="73152" y="1"/>
            <a:ext cx="12118848" cy="1252727"/>
          </a:xfrm>
        </p:spPr>
        <p:txBody>
          <a:bodyPr>
            <a:normAutofit/>
          </a:bodyPr>
          <a:lstStyle/>
          <a:p>
            <a:pPr algn="ctr"/>
            <a:r>
              <a:rPr lang="en-IN" sz="5400" b="1" dirty="0"/>
              <a:t>Digital logic</a:t>
            </a:r>
          </a:p>
        </p:txBody>
      </p:sp>
      <p:sp>
        <p:nvSpPr>
          <p:cNvPr id="3" name="Content Placeholder 2">
            <a:extLst>
              <a:ext uri="{FF2B5EF4-FFF2-40B4-BE49-F238E27FC236}">
                <a16:creationId xmlns:a16="http://schemas.microsoft.com/office/drawing/2014/main" id="{D787DDB2-FFD0-F623-15E3-D35C8AE57951}"/>
              </a:ext>
            </a:extLst>
          </p:cNvPr>
          <p:cNvSpPr>
            <a:spLocks noGrp="1"/>
          </p:cNvSpPr>
          <p:nvPr>
            <p:ph idx="1"/>
          </p:nvPr>
        </p:nvSpPr>
        <p:spPr/>
        <p:txBody>
          <a:bodyPr>
            <a:normAutofit/>
          </a:bodyPr>
          <a:lstStyle/>
          <a:p>
            <a:pPr algn="just"/>
            <a:r>
              <a:rPr lang="en-US" sz="3200" dirty="0"/>
              <a:t>One of the most important branch of Electronic and telecommunication Science sector is Digital electronics(logic). Digital logic is mainly used for data(must be digital information) representation, manipulation and processing of using discrete signals or binary digits (bits). It can perform logical operations, data retrieval or storing and data transformation by analyzing logical circuit design.</a:t>
            </a:r>
            <a:endParaRPr lang="en-IN" sz="3200" dirty="0"/>
          </a:p>
        </p:txBody>
      </p:sp>
    </p:spTree>
    <p:extLst>
      <p:ext uri="{BB962C8B-B14F-4D97-AF65-F5344CB8AC3E}">
        <p14:creationId xmlns:p14="http://schemas.microsoft.com/office/powerpoint/2010/main" val="2047586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6E683-216B-BBDF-0D39-0D2B03AC833E}"/>
              </a:ext>
            </a:extLst>
          </p:cNvPr>
          <p:cNvSpPr>
            <a:spLocks noGrp="1"/>
          </p:cNvSpPr>
          <p:nvPr>
            <p:ph type="title"/>
          </p:nvPr>
        </p:nvSpPr>
        <p:spPr>
          <a:xfrm>
            <a:off x="73152" y="1"/>
            <a:ext cx="12118848" cy="1252727"/>
          </a:xfrm>
        </p:spPr>
        <p:txBody>
          <a:bodyPr>
            <a:normAutofit/>
          </a:bodyPr>
          <a:lstStyle/>
          <a:p>
            <a:pPr algn="ctr"/>
            <a:r>
              <a:rPr lang="en-US" sz="5400" b="1" dirty="0"/>
              <a:t>Why Digital Logic is Necessary?</a:t>
            </a:r>
            <a:endParaRPr lang="en-IN" sz="5400" b="1" dirty="0"/>
          </a:p>
        </p:txBody>
      </p:sp>
      <p:sp>
        <p:nvSpPr>
          <p:cNvPr id="3" name="Content Placeholder 2">
            <a:extLst>
              <a:ext uri="{FF2B5EF4-FFF2-40B4-BE49-F238E27FC236}">
                <a16:creationId xmlns:a16="http://schemas.microsoft.com/office/drawing/2014/main" id="{D787DDB2-FFD0-F623-15E3-D35C8AE57951}"/>
              </a:ext>
            </a:extLst>
          </p:cNvPr>
          <p:cNvSpPr>
            <a:spLocks noGrp="1"/>
          </p:cNvSpPr>
          <p:nvPr>
            <p:ph idx="1"/>
          </p:nvPr>
        </p:nvSpPr>
        <p:spPr/>
        <p:txBody>
          <a:bodyPr>
            <a:normAutofit/>
          </a:bodyPr>
          <a:lstStyle/>
          <a:p>
            <a:pPr algn="just"/>
            <a:r>
              <a:rPr lang="en-US" sz="3200" dirty="0"/>
              <a:t>In modern computing realm, Digital logic plays a significant role in many sectors which are discussed below :</a:t>
            </a:r>
          </a:p>
          <a:p>
            <a:pPr algn="just"/>
            <a:r>
              <a:rPr lang="en-US" sz="3200" b="1" dirty="0"/>
              <a:t>Universal Representation: </a:t>
            </a:r>
            <a:r>
              <a:rPr lang="en-US" sz="3200" dirty="0"/>
              <a:t>For any type of data representation like image, text, video, audio etc. digital logic/system is used by encoding the data in binary form. This binary formatted data enables uniform handling of diverse data and allows seamless integration and compatibility.</a:t>
            </a:r>
            <a:endParaRPr lang="en-IN" sz="3200" dirty="0"/>
          </a:p>
        </p:txBody>
      </p:sp>
    </p:spTree>
    <p:extLst>
      <p:ext uri="{BB962C8B-B14F-4D97-AF65-F5344CB8AC3E}">
        <p14:creationId xmlns:p14="http://schemas.microsoft.com/office/powerpoint/2010/main" val="2818053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6E683-216B-BBDF-0D39-0D2B03AC833E}"/>
              </a:ext>
            </a:extLst>
          </p:cNvPr>
          <p:cNvSpPr>
            <a:spLocks noGrp="1"/>
          </p:cNvSpPr>
          <p:nvPr>
            <p:ph type="title"/>
          </p:nvPr>
        </p:nvSpPr>
        <p:spPr>
          <a:xfrm>
            <a:off x="73152" y="1"/>
            <a:ext cx="12118848" cy="1252727"/>
          </a:xfrm>
        </p:spPr>
        <p:txBody>
          <a:bodyPr>
            <a:normAutofit/>
          </a:bodyPr>
          <a:lstStyle/>
          <a:p>
            <a:pPr algn="ctr"/>
            <a:r>
              <a:rPr lang="en-US" sz="5400" b="1" dirty="0"/>
              <a:t>Why Digital Logic is Necessary?</a:t>
            </a:r>
            <a:endParaRPr lang="en-IN" sz="5400" b="1" dirty="0"/>
          </a:p>
        </p:txBody>
      </p:sp>
      <p:sp>
        <p:nvSpPr>
          <p:cNvPr id="3" name="Content Placeholder 2">
            <a:extLst>
              <a:ext uri="{FF2B5EF4-FFF2-40B4-BE49-F238E27FC236}">
                <a16:creationId xmlns:a16="http://schemas.microsoft.com/office/drawing/2014/main" id="{D787DDB2-FFD0-F623-15E3-D35C8AE57951}"/>
              </a:ext>
            </a:extLst>
          </p:cNvPr>
          <p:cNvSpPr>
            <a:spLocks noGrp="1"/>
          </p:cNvSpPr>
          <p:nvPr>
            <p:ph idx="1"/>
          </p:nvPr>
        </p:nvSpPr>
        <p:spPr/>
        <p:txBody>
          <a:bodyPr>
            <a:normAutofit fontScale="92500" lnSpcReduction="10000"/>
          </a:bodyPr>
          <a:lstStyle/>
          <a:p>
            <a:pPr algn="just"/>
            <a:r>
              <a:rPr lang="en-US" sz="3200" b="1" dirty="0"/>
              <a:t>Error Reduction and Correction: </a:t>
            </a:r>
            <a:r>
              <a:rPr lang="en-US" sz="3200" dirty="0"/>
              <a:t>Digital logic itself is very less prone to error as it works with only two values(0 and 1). Moreover, we can employ redundancy check and error detection mechanisms by digital logic codes which can detect and rectify errors introduced during transmission. This ensures reliable and accurate data processing.</a:t>
            </a:r>
          </a:p>
          <a:p>
            <a:pPr algn="just"/>
            <a:r>
              <a:rPr lang="en-US" sz="3200" b="1" dirty="0"/>
              <a:t>Scalability and Modularity: </a:t>
            </a:r>
            <a:r>
              <a:rPr lang="en-US" sz="3200" dirty="0"/>
              <a:t>Digital logic provides scalable framework by which we can develop complex system by using basic logic gates only. This enables a easy and cost effective way to develop a large-scale system with improved flexibility, maintainability, and ease of integration.</a:t>
            </a:r>
            <a:endParaRPr lang="en-IN" sz="3200" dirty="0"/>
          </a:p>
        </p:txBody>
      </p:sp>
    </p:spTree>
    <p:extLst>
      <p:ext uri="{BB962C8B-B14F-4D97-AF65-F5344CB8AC3E}">
        <p14:creationId xmlns:p14="http://schemas.microsoft.com/office/powerpoint/2010/main" val="2450894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6E683-216B-BBDF-0D39-0D2B03AC833E}"/>
              </a:ext>
            </a:extLst>
          </p:cNvPr>
          <p:cNvSpPr>
            <a:spLocks noGrp="1"/>
          </p:cNvSpPr>
          <p:nvPr>
            <p:ph type="title"/>
          </p:nvPr>
        </p:nvSpPr>
        <p:spPr>
          <a:xfrm>
            <a:off x="73152" y="1"/>
            <a:ext cx="12118848" cy="1252727"/>
          </a:xfrm>
        </p:spPr>
        <p:txBody>
          <a:bodyPr>
            <a:normAutofit/>
          </a:bodyPr>
          <a:lstStyle/>
          <a:p>
            <a:pPr algn="ctr"/>
            <a:r>
              <a:rPr lang="en-US" sz="5400" b="1" dirty="0"/>
              <a:t>Why Digital Logic is Necessary?</a:t>
            </a:r>
            <a:endParaRPr lang="en-IN" sz="5400" b="1" dirty="0"/>
          </a:p>
        </p:txBody>
      </p:sp>
      <p:sp>
        <p:nvSpPr>
          <p:cNvPr id="3" name="Content Placeholder 2">
            <a:extLst>
              <a:ext uri="{FF2B5EF4-FFF2-40B4-BE49-F238E27FC236}">
                <a16:creationId xmlns:a16="http://schemas.microsoft.com/office/drawing/2014/main" id="{D787DDB2-FFD0-F623-15E3-D35C8AE57951}"/>
              </a:ext>
            </a:extLst>
          </p:cNvPr>
          <p:cNvSpPr>
            <a:spLocks noGrp="1"/>
          </p:cNvSpPr>
          <p:nvPr>
            <p:ph idx="1"/>
          </p:nvPr>
        </p:nvSpPr>
        <p:spPr/>
        <p:txBody>
          <a:bodyPr>
            <a:normAutofit/>
          </a:bodyPr>
          <a:lstStyle/>
          <a:p>
            <a:pPr algn="just"/>
            <a:r>
              <a:rPr lang="en-US" sz="3200" b="1" dirty="0"/>
              <a:t>Noise Immunity: </a:t>
            </a:r>
            <a:r>
              <a:rPr lang="en-US" sz="3200" dirty="0"/>
              <a:t>As digital logic follows the discrete nature of signal so it is less prone to have induced noise compared to analog signal. So it provides more robust communication and data processing by noise filtering and error mitigation.</a:t>
            </a:r>
            <a:endParaRPr lang="en-IN" sz="3200" dirty="0"/>
          </a:p>
        </p:txBody>
      </p:sp>
    </p:spTree>
    <p:extLst>
      <p:ext uri="{BB962C8B-B14F-4D97-AF65-F5344CB8AC3E}">
        <p14:creationId xmlns:p14="http://schemas.microsoft.com/office/powerpoint/2010/main" val="2723503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6E683-216B-BBDF-0D39-0D2B03AC833E}"/>
              </a:ext>
            </a:extLst>
          </p:cNvPr>
          <p:cNvSpPr>
            <a:spLocks noGrp="1"/>
          </p:cNvSpPr>
          <p:nvPr>
            <p:ph type="title"/>
          </p:nvPr>
        </p:nvSpPr>
        <p:spPr>
          <a:xfrm>
            <a:off x="73152" y="1"/>
            <a:ext cx="12118848" cy="1252727"/>
          </a:xfrm>
        </p:spPr>
        <p:txBody>
          <a:bodyPr>
            <a:normAutofit/>
          </a:bodyPr>
          <a:lstStyle/>
          <a:p>
            <a:pPr algn="ctr"/>
            <a:r>
              <a:rPr lang="en-US" sz="5400" b="1" dirty="0"/>
              <a:t>Analog signal</a:t>
            </a:r>
            <a:endParaRPr lang="en-IN" sz="5400" b="1" dirty="0"/>
          </a:p>
        </p:txBody>
      </p:sp>
      <p:sp>
        <p:nvSpPr>
          <p:cNvPr id="3" name="Content Placeholder 2">
            <a:extLst>
              <a:ext uri="{FF2B5EF4-FFF2-40B4-BE49-F238E27FC236}">
                <a16:creationId xmlns:a16="http://schemas.microsoft.com/office/drawing/2014/main" id="{D787DDB2-FFD0-F623-15E3-D35C8AE57951}"/>
              </a:ext>
            </a:extLst>
          </p:cNvPr>
          <p:cNvSpPr>
            <a:spLocks noGrp="1"/>
          </p:cNvSpPr>
          <p:nvPr>
            <p:ph idx="1"/>
          </p:nvPr>
        </p:nvSpPr>
        <p:spPr/>
        <p:txBody>
          <a:bodyPr>
            <a:normAutofit/>
          </a:bodyPr>
          <a:lstStyle/>
          <a:p>
            <a:pPr algn="just"/>
            <a:r>
              <a:rPr lang="en-US" sz="3200" dirty="0"/>
              <a:t>Analog signal is a type of signal that represents continuous data using a continuous range of values. In other words, it can take on any value within a certain range. Analog signals are characterized by their smooth and continuous </a:t>
            </a:r>
            <a:r>
              <a:rPr lang="en-US" sz="3200" dirty="0" err="1"/>
              <a:t>nature.For</a:t>
            </a:r>
            <a:r>
              <a:rPr lang="en-US" sz="3200" dirty="0"/>
              <a:t> example, imagine a sound wave. In analog form, the sound wave is represented by a continuously varying electrical signal that mirrors the fluctuations in air pressure caused by the sound.</a:t>
            </a:r>
            <a:endParaRPr lang="en-IN" sz="3200" dirty="0"/>
          </a:p>
        </p:txBody>
      </p:sp>
    </p:spTree>
    <p:extLst>
      <p:ext uri="{BB962C8B-B14F-4D97-AF65-F5344CB8AC3E}">
        <p14:creationId xmlns:p14="http://schemas.microsoft.com/office/powerpoint/2010/main" val="20071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6E683-216B-BBDF-0D39-0D2B03AC833E}"/>
              </a:ext>
            </a:extLst>
          </p:cNvPr>
          <p:cNvSpPr>
            <a:spLocks noGrp="1"/>
          </p:cNvSpPr>
          <p:nvPr>
            <p:ph type="title"/>
          </p:nvPr>
        </p:nvSpPr>
        <p:spPr>
          <a:xfrm>
            <a:off x="73152" y="1"/>
            <a:ext cx="12118848" cy="1252727"/>
          </a:xfrm>
        </p:spPr>
        <p:txBody>
          <a:bodyPr>
            <a:normAutofit/>
          </a:bodyPr>
          <a:lstStyle/>
          <a:p>
            <a:pPr algn="ctr"/>
            <a:r>
              <a:rPr lang="en-US" sz="5400" b="1" dirty="0"/>
              <a:t>Digital signal</a:t>
            </a:r>
            <a:endParaRPr lang="en-IN" sz="5400" b="1" dirty="0"/>
          </a:p>
        </p:txBody>
      </p:sp>
      <p:sp>
        <p:nvSpPr>
          <p:cNvPr id="3" name="Content Placeholder 2">
            <a:extLst>
              <a:ext uri="{FF2B5EF4-FFF2-40B4-BE49-F238E27FC236}">
                <a16:creationId xmlns:a16="http://schemas.microsoft.com/office/drawing/2014/main" id="{D787DDB2-FFD0-F623-15E3-D35C8AE57951}"/>
              </a:ext>
            </a:extLst>
          </p:cNvPr>
          <p:cNvSpPr>
            <a:spLocks noGrp="1"/>
          </p:cNvSpPr>
          <p:nvPr>
            <p:ph idx="1"/>
          </p:nvPr>
        </p:nvSpPr>
        <p:spPr>
          <a:xfrm>
            <a:off x="658368" y="1636776"/>
            <a:ext cx="10695432" cy="4540187"/>
          </a:xfrm>
        </p:spPr>
        <p:txBody>
          <a:bodyPr>
            <a:normAutofit lnSpcReduction="10000"/>
          </a:bodyPr>
          <a:lstStyle/>
          <a:p>
            <a:pPr algn="just"/>
            <a:r>
              <a:rPr lang="en-US" sz="3200" dirty="0"/>
              <a:t>Digital signal is a type of signal that represents data as a sequence of discrete values, typically using binary numbers, it also contain different voltage values. Unlike analog signals, which vary continuously over time, digital signals are discrete and quantized, meaning they only take on specific, distinct values.</a:t>
            </a:r>
          </a:p>
          <a:p>
            <a:pPr algn="just"/>
            <a:r>
              <a:rPr lang="en-US" sz="3200" dirty="0"/>
              <a:t>In digital communication and computing systems, information is encoded into digital signals for transmission, processing, and storage. These signals are commonly used in telecommunications, audio and video processing, computer networks, and many other applications.</a:t>
            </a:r>
            <a:endParaRPr lang="en-IN" sz="3200" dirty="0"/>
          </a:p>
        </p:txBody>
      </p:sp>
    </p:spTree>
    <p:extLst>
      <p:ext uri="{BB962C8B-B14F-4D97-AF65-F5344CB8AC3E}">
        <p14:creationId xmlns:p14="http://schemas.microsoft.com/office/powerpoint/2010/main" val="1555870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8AFCC-80FC-FD72-D01F-ACC9773C45E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A152E04-5B22-79C8-35E2-5BC8FAA2D9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98648" y="62302"/>
            <a:ext cx="5522976" cy="6804053"/>
          </a:xfrm>
        </p:spPr>
      </p:pic>
    </p:spTree>
    <p:extLst>
      <p:ext uri="{BB962C8B-B14F-4D97-AF65-F5344CB8AC3E}">
        <p14:creationId xmlns:p14="http://schemas.microsoft.com/office/powerpoint/2010/main" val="54774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483</Words>
  <Application>Microsoft Office PowerPoint</Application>
  <PresentationFormat>Widescreen</PresentationFormat>
  <Paragraphs>15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Digital logic</vt:lpstr>
      <vt:lpstr>Why Digital Logic is Necessary?</vt:lpstr>
      <vt:lpstr>Why Digital Logic is Necessary?</vt:lpstr>
      <vt:lpstr>Why Digital Logic is Necessary?</vt:lpstr>
      <vt:lpstr>Analog signal</vt:lpstr>
      <vt:lpstr>Digital signal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pritam adhikari</dc:creator>
  <cp:lastModifiedBy>pritam adhikari</cp:lastModifiedBy>
  <cp:revision>2</cp:revision>
  <dcterms:created xsi:type="dcterms:W3CDTF">2024-11-18T18:19:31Z</dcterms:created>
  <dcterms:modified xsi:type="dcterms:W3CDTF">2024-11-20T16:22:26Z</dcterms:modified>
</cp:coreProperties>
</file>