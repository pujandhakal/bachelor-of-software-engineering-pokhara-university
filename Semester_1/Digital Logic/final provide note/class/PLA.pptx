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43529-35F5-4DD4-BD8F-39961AA1CFE5}" v="30" dt="2025-01-04T17:34:27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tam adhikari" userId="b110053650bdc76b" providerId="LiveId" clId="{13E43529-35F5-4DD4-BD8F-39961AA1CFE5}"/>
    <pc:docChg chg="undo custSel addSld delSld modSld">
      <pc:chgData name="pritam adhikari" userId="b110053650bdc76b" providerId="LiveId" clId="{13E43529-35F5-4DD4-BD8F-39961AA1CFE5}" dt="2025-01-04T17:37:15.939" v="989" actId="2696"/>
      <pc:docMkLst>
        <pc:docMk/>
      </pc:docMkLst>
      <pc:sldChg chg="addSp delSp modSp new mod">
        <pc:chgData name="pritam adhikari" userId="b110053650bdc76b" providerId="LiveId" clId="{13E43529-35F5-4DD4-BD8F-39961AA1CFE5}" dt="2025-01-04T16:30:44.048" v="710" actId="20577"/>
        <pc:sldMkLst>
          <pc:docMk/>
          <pc:sldMk cId="1234395318" sldId="256"/>
        </pc:sldMkLst>
        <pc:spChg chg="mod">
          <ac:chgData name="pritam adhikari" userId="b110053650bdc76b" providerId="LiveId" clId="{13E43529-35F5-4DD4-BD8F-39961AA1CFE5}" dt="2025-01-04T16:11:37.511" v="31" actId="113"/>
          <ac:spMkLst>
            <pc:docMk/>
            <pc:sldMk cId="1234395318" sldId="256"/>
            <ac:spMk id="2" creationId="{54756C77-03B5-C7A2-33E4-9251BEA7FD18}"/>
          </ac:spMkLst>
        </pc:spChg>
        <pc:spChg chg="mod">
          <ac:chgData name="pritam adhikari" userId="b110053650bdc76b" providerId="LiveId" clId="{13E43529-35F5-4DD4-BD8F-39961AA1CFE5}" dt="2025-01-04T16:15:27.129" v="234" actId="20577"/>
          <ac:spMkLst>
            <pc:docMk/>
            <pc:sldMk cId="1234395318" sldId="256"/>
            <ac:spMk id="3" creationId="{A8674204-83A5-87BC-4240-E9FDCC71F5A2}"/>
          </ac:spMkLst>
        </pc:spChg>
        <pc:spChg chg="add mod">
          <ac:chgData name="pritam adhikari" userId="b110053650bdc76b" providerId="LiveId" clId="{13E43529-35F5-4DD4-BD8F-39961AA1CFE5}" dt="2025-01-04T16:16:01.299" v="237" actId="207"/>
          <ac:spMkLst>
            <pc:docMk/>
            <pc:sldMk cId="1234395318" sldId="256"/>
            <ac:spMk id="4" creationId="{D2BB993D-B26B-6B72-26DD-C17A74D22C72}"/>
          </ac:spMkLst>
        </pc:spChg>
        <pc:spChg chg="add del mod">
          <ac:chgData name="pritam adhikari" userId="b110053650bdc76b" providerId="LiveId" clId="{13E43529-35F5-4DD4-BD8F-39961AA1CFE5}" dt="2025-01-04T16:16:04.052" v="238" actId="478"/>
          <ac:spMkLst>
            <pc:docMk/>
            <pc:sldMk cId="1234395318" sldId="256"/>
            <ac:spMk id="5" creationId="{741F3E66-AC32-0119-51DA-8B602AC892A8}"/>
          </ac:spMkLst>
        </pc:spChg>
        <pc:spChg chg="add del mod">
          <ac:chgData name="pritam adhikari" userId="b110053650bdc76b" providerId="LiveId" clId="{13E43529-35F5-4DD4-BD8F-39961AA1CFE5}" dt="2025-01-04T16:16:25.483" v="243" actId="478"/>
          <ac:spMkLst>
            <pc:docMk/>
            <pc:sldMk cId="1234395318" sldId="256"/>
            <ac:spMk id="6" creationId="{9C13B0EC-CA61-220C-5D9B-C3BD99FE082F}"/>
          </ac:spMkLst>
        </pc:spChg>
        <pc:spChg chg="add mod">
          <ac:chgData name="pritam adhikari" userId="b110053650bdc76b" providerId="LiveId" clId="{13E43529-35F5-4DD4-BD8F-39961AA1CFE5}" dt="2025-01-04T16:16:11.245" v="240" actId="571"/>
          <ac:spMkLst>
            <pc:docMk/>
            <pc:sldMk cId="1234395318" sldId="256"/>
            <ac:spMk id="7" creationId="{251A0FAA-EE43-C10A-CA14-B11A5A107BE4}"/>
          </ac:spMkLst>
        </pc:spChg>
        <pc:spChg chg="add del mod">
          <ac:chgData name="pritam adhikari" userId="b110053650bdc76b" providerId="LiveId" clId="{13E43529-35F5-4DD4-BD8F-39961AA1CFE5}" dt="2025-01-04T16:16:25.483" v="245"/>
          <ac:spMkLst>
            <pc:docMk/>
            <pc:sldMk cId="1234395318" sldId="256"/>
            <ac:spMk id="8" creationId="{5C6B5079-5EDC-42F5-83B9-3A9B7BB53210}"/>
          </ac:spMkLst>
        </pc:spChg>
        <pc:spChg chg="add mod">
          <ac:chgData name="pritam adhikari" userId="b110053650bdc76b" providerId="LiveId" clId="{13E43529-35F5-4DD4-BD8F-39961AA1CFE5}" dt="2025-01-04T16:16:40.489" v="259" actId="20577"/>
          <ac:spMkLst>
            <pc:docMk/>
            <pc:sldMk cId="1234395318" sldId="256"/>
            <ac:spMk id="9" creationId="{B2EA0864-645E-C835-85AD-ABF4C5B5906C}"/>
          </ac:spMkLst>
        </pc:spChg>
        <pc:spChg chg="add mod">
          <ac:chgData name="pritam adhikari" userId="b110053650bdc76b" providerId="LiveId" clId="{13E43529-35F5-4DD4-BD8F-39961AA1CFE5}" dt="2025-01-04T16:19:37.572" v="325" actId="1076"/>
          <ac:spMkLst>
            <pc:docMk/>
            <pc:sldMk cId="1234395318" sldId="256"/>
            <ac:spMk id="10" creationId="{0A85D302-1EF3-02B8-BFD0-8E0722147BFB}"/>
          </ac:spMkLst>
        </pc:spChg>
        <pc:spChg chg="add mod">
          <ac:chgData name="pritam adhikari" userId="b110053650bdc76b" providerId="LiveId" clId="{13E43529-35F5-4DD4-BD8F-39961AA1CFE5}" dt="2025-01-04T16:30:44.048" v="710" actId="20577"/>
          <ac:spMkLst>
            <pc:docMk/>
            <pc:sldMk cId="1234395318" sldId="256"/>
            <ac:spMk id="11" creationId="{A87731EC-0426-8BAA-2CBC-72D7D2618BA0}"/>
          </ac:spMkLst>
        </pc:spChg>
        <pc:spChg chg="add mod">
          <ac:chgData name="pritam adhikari" userId="b110053650bdc76b" providerId="LiveId" clId="{13E43529-35F5-4DD4-BD8F-39961AA1CFE5}" dt="2025-01-04T16:17:45.742" v="275" actId="20577"/>
          <ac:spMkLst>
            <pc:docMk/>
            <pc:sldMk cId="1234395318" sldId="256"/>
            <ac:spMk id="12" creationId="{53474B57-77C4-2491-C7B4-0635341E6C5C}"/>
          </ac:spMkLst>
        </pc:spChg>
        <pc:spChg chg="add del mod">
          <ac:chgData name="pritam adhikari" userId="b110053650bdc76b" providerId="LiveId" clId="{13E43529-35F5-4DD4-BD8F-39961AA1CFE5}" dt="2025-01-04T16:18:29.940" v="313"/>
          <ac:spMkLst>
            <pc:docMk/>
            <pc:sldMk cId="1234395318" sldId="256"/>
            <ac:spMk id="13" creationId="{7CC22114-817F-9508-B9D4-EC2D42CF4ED5}"/>
          </ac:spMkLst>
        </pc:spChg>
        <pc:spChg chg="add mod">
          <ac:chgData name="pritam adhikari" userId="b110053650bdc76b" providerId="LiveId" clId="{13E43529-35F5-4DD4-BD8F-39961AA1CFE5}" dt="2025-01-04T16:17:56.476" v="295" actId="20577"/>
          <ac:spMkLst>
            <pc:docMk/>
            <pc:sldMk cId="1234395318" sldId="256"/>
            <ac:spMk id="14" creationId="{A8171E03-303E-66FC-ACFF-F60A3D6E3D03}"/>
          </ac:spMkLst>
        </pc:spChg>
        <pc:cxnChg chg="add del">
          <ac:chgData name="pritam adhikari" userId="b110053650bdc76b" providerId="LiveId" clId="{13E43529-35F5-4DD4-BD8F-39961AA1CFE5}" dt="2025-01-04T16:18:32.660" v="314" actId="478"/>
          <ac:cxnSpMkLst>
            <pc:docMk/>
            <pc:sldMk cId="1234395318" sldId="256"/>
            <ac:cxnSpMk id="16" creationId="{CD3ACB46-9AB9-E0C1-9779-32B1164C2639}"/>
          </ac:cxnSpMkLst>
        </pc:cxnChg>
        <pc:cxnChg chg="add del mod">
          <ac:chgData name="pritam adhikari" userId="b110053650bdc76b" providerId="LiveId" clId="{13E43529-35F5-4DD4-BD8F-39961AA1CFE5}" dt="2025-01-04T16:18:29.940" v="311" actId="478"/>
          <ac:cxnSpMkLst>
            <pc:docMk/>
            <pc:sldMk cId="1234395318" sldId="256"/>
            <ac:cxnSpMk id="17" creationId="{68EEBC39-7BED-F6E8-ECA8-847519C8A33E}"/>
          </ac:cxnSpMkLst>
        </pc:cxnChg>
        <pc:cxnChg chg="add mod">
          <ac:chgData name="pritam adhikari" userId="b110053650bdc76b" providerId="LiveId" clId="{13E43529-35F5-4DD4-BD8F-39961AA1CFE5}" dt="2025-01-04T16:18:54.542" v="318" actId="1076"/>
          <ac:cxnSpMkLst>
            <pc:docMk/>
            <pc:sldMk cId="1234395318" sldId="256"/>
            <ac:cxnSpMk id="19" creationId="{06CE20A2-334D-41FD-1047-ECBCFA6B282A}"/>
          </ac:cxnSpMkLst>
        </pc:cxnChg>
        <pc:cxnChg chg="add mod">
          <ac:chgData name="pritam adhikari" userId="b110053650bdc76b" providerId="LiveId" clId="{13E43529-35F5-4DD4-BD8F-39961AA1CFE5}" dt="2025-01-04T16:18:47.377" v="316" actId="571"/>
          <ac:cxnSpMkLst>
            <pc:docMk/>
            <pc:sldMk cId="1234395318" sldId="256"/>
            <ac:cxnSpMk id="20" creationId="{8AE23307-8699-11D1-1039-FA0C778521A4}"/>
          </ac:cxnSpMkLst>
        </pc:cxnChg>
        <pc:cxnChg chg="add mod">
          <ac:chgData name="pritam adhikari" userId="b110053650bdc76b" providerId="LiveId" clId="{13E43529-35F5-4DD4-BD8F-39961AA1CFE5}" dt="2025-01-04T16:18:49.816" v="317" actId="571"/>
          <ac:cxnSpMkLst>
            <pc:docMk/>
            <pc:sldMk cId="1234395318" sldId="256"/>
            <ac:cxnSpMk id="21" creationId="{319271DA-F51E-5FEF-E306-C370AF915F25}"/>
          </ac:cxnSpMkLst>
        </pc:cxnChg>
        <pc:cxnChg chg="add">
          <ac:chgData name="pritam adhikari" userId="b110053650bdc76b" providerId="LiveId" clId="{13E43529-35F5-4DD4-BD8F-39961AA1CFE5}" dt="2025-01-04T16:19:08.105" v="319" actId="11529"/>
          <ac:cxnSpMkLst>
            <pc:docMk/>
            <pc:sldMk cId="1234395318" sldId="256"/>
            <ac:cxnSpMk id="23" creationId="{9297081B-12A8-FB3E-6977-723732E25C1E}"/>
          </ac:cxnSpMkLst>
        </pc:cxnChg>
        <pc:cxnChg chg="add mod">
          <ac:chgData name="pritam adhikari" userId="b110053650bdc76b" providerId="LiveId" clId="{13E43529-35F5-4DD4-BD8F-39961AA1CFE5}" dt="2025-01-04T16:19:11.359" v="320" actId="571"/>
          <ac:cxnSpMkLst>
            <pc:docMk/>
            <pc:sldMk cId="1234395318" sldId="256"/>
            <ac:cxnSpMk id="24" creationId="{7C014549-675D-F95C-90BF-D523B4E4855B}"/>
          </ac:cxnSpMkLst>
        </pc:cxnChg>
        <pc:cxnChg chg="add mod">
          <ac:chgData name="pritam adhikari" userId="b110053650bdc76b" providerId="LiveId" clId="{13E43529-35F5-4DD4-BD8F-39961AA1CFE5}" dt="2025-01-04T16:19:13.680" v="321" actId="571"/>
          <ac:cxnSpMkLst>
            <pc:docMk/>
            <pc:sldMk cId="1234395318" sldId="256"/>
            <ac:cxnSpMk id="25" creationId="{D406E760-0EF5-4E9D-60C9-3B1D24A0E9B5}"/>
          </ac:cxnSpMkLst>
        </pc:cxnChg>
        <pc:cxnChg chg="add">
          <ac:chgData name="pritam adhikari" userId="b110053650bdc76b" providerId="LiveId" clId="{13E43529-35F5-4DD4-BD8F-39961AA1CFE5}" dt="2025-01-04T16:19:23.053" v="322" actId="11529"/>
          <ac:cxnSpMkLst>
            <pc:docMk/>
            <pc:sldMk cId="1234395318" sldId="256"/>
            <ac:cxnSpMk id="27" creationId="{A86DAD49-0D06-291E-763B-390FA764B213}"/>
          </ac:cxnSpMkLst>
        </pc:cxnChg>
        <pc:cxnChg chg="add mod">
          <ac:chgData name="pritam adhikari" userId="b110053650bdc76b" providerId="LiveId" clId="{13E43529-35F5-4DD4-BD8F-39961AA1CFE5}" dt="2025-01-04T16:19:26.889" v="323" actId="571"/>
          <ac:cxnSpMkLst>
            <pc:docMk/>
            <pc:sldMk cId="1234395318" sldId="256"/>
            <ac:cxnSpMk id="28" creationId="{AD7C0879-2898-5FD7-5946-17673C617A12}"/>
          </ac:cxnSpMkLst>
        </pc:cxnChg>
        <pc:cxnChg chg="add mod">
          <ac:chgData name="pritam adhikari" userId="b110053650bdc76b" providerId="LiveId" clId="{13E43529-35F5-4DD4-BD8F-39961AA1CFE5}" dt="2025-01-04T16:19:31.126" v="324" actId="571"/>
          <ac:cxnSpMkLst>
            <pc:docMk/>
            <pc:sldMk cId="1234395318" sldId="256"/>
            <ac:cxnSpMk id="29" creationId="{781F83A1-DE2B-725A-4BBA-6D783AD58E9F}"/>
          </ac:cxnSpMkLst>
        </pc:cxnChg>
        <pc:cxnChg chg="add mod">
          <ac:chgData name="pritam adhikari" userId="b110053650bdc76b" providerId="LiveId" clId="{13E43529-35F5-4DD4-BD8F-39961AA1CFE5}" dt="2025-01-04T16:19:31.126" v="324" actId="571"/>
          <ac:cxnSpMkLst>
            <pc:docMk/>
            <pc:sldMk cId="1234395318" sldId="256"/>
            <ac:cxnSpMk id="30" creationId="{69546D42-70D2-4CE7-B6B2-C0C090A0E9B9}"/>
          </ac:cxnSpMkLst>
        </pc:cxnChg>
      </pc:sldChg>
      <pc:sldChg chg="modSp new mod">
        <pc:chgData name="pritam adhikari" userId="b110053650bdc76b" providerId="LiveId" clId="{13E43529-35F5-4DD4-BD8F-39961AA1CFE5}" dt="2025-01-04T16:20:57.239" v="382" actId="20577"/>
        <pc:sldMkLst>
          <pc:docMk/>
          <pc:sldMk cId="2105346240" sldId="257"/>
        </pc:sldMkLst>
        <pc:spChg chg="mod">
          <ac:chgData name="pritam adhikari" userId="b110053650bdc76b" providerId="LiveId" clId="{13E43529-35F5-4DD4-BD8F-39961AA1CFE5}" dt="2025-01-04T16:20:15.358" v="344" actId="122"/>
          <ac:spMkLst>
            <pc:docMk/>
            <pc:sldMk cId="2105346240" sldId="257"/>
            <ac:spMk id="2" creationId="{CA51ACC4-DF60-51F4-6336-8BE81E1D7158}"/>
          </ac:spMkLst>
        </pc:spChg>
        <pc:spChg chg="mod">
          <ac:chgData name="pritam adhikari" userId="b110053650bdc76b" providerId="LiveId" clId="{13E43529-35F5-4DD4-BD8F-39961AA1CFE5}" dt="2025-01-04T16:20:57.239" v="382" actId="20577"/>
          <ac:spMkLst>
            <pc:docMk/>
            <pc:sldMk cId="2105346240" sldId="257"/>
            <ac:spMk id="3" creationId="{1A106DF9-402B-7D53-8C6C-AD34BDEDB7A4}"/>
          </ac:spMkLst>
        </pc:spChg>
      </pc:sldChg>
      <pc:sldChg chg="add del">
        <pc:chgData name="pritam adhikari" userId="b110053650bdc76b" providerId="LiveId" clId="{13E43529-35F5-4DD4-BD8F-39961AA1CFE5}" dt="2025-01-04T16:19:57.108" v="327" actId="2696"/>
        <pc:sldMkLst>
          <pc:docMk/>
          <pc:sldMk cId="2984484631" sldId="257"/>
        </pc:sldMkLst>
      </pc:sldChg>
      <pc:sldChg chg="add del">
        <pc:chgData name="pritam adhikari" userId="b110053650bdc76b" providerId="LiveId" clId="{13E43529-35F5-4DD4-BD8F-39961AA1CFE5}" dt="2025-01-04T17:37:15.939" v="989" actId="2696"/>
        <pc:sldMkLst>
          <pc:docMk/>
          <pc:sldMk cId="397036633" sldId="258"/>
        </pc:sldMkLst>
      </pc:sldChg>
      <pc:sldChg chg="addSp delSp modSp new mod">
        <pc:chgData name="pritam adhikari" userId="b110053650bdc76b" providerId="LiveId" clId="{13E43529-35F5-4DD4-BD8F-39961AA1CFE5}" dt="2025-01-04T16:46:53.689" v="909" actId="14100"/>
        <pc:sldMkLst>
          <pc:docMk/>
          <pc:sldMk cId="1637555228" sldId="259"/>
        </pc:sldMkLst>
        <pc:spChg chg="del">
          <ac:chgData name="pritam adhikari" userId="b110053650bdc76b" providerId="LiveId" clId="{13E43529-35F5-4DD4-BD8F-39961AA1CFE5}" dt="2025-01-04T16:25:18.127" v="385" actId="931"/>
          <ac:spMkLst>
            <pc:docMk/>
            <pc:sldMk cId="1637555228" sldId="259"/>
            <ac:spMk id="3" creationId="{1BD303A8-B330-9A2B-AFD2-E1042647782C}"/>
          </ac:spMkLst>
        </pc:spChg>
        <pc:spChg chg="add del mod">
          <ac:chgData name="pritam adhikari" userId="b110053650bdc76b" providerId="LiveId" clId="{13E43529-35F5-4DD4-BD8F-39961AA1CFE5}" dt="2025-01-04T16:46:41.322" v="905"/>
          <ac:spMkLst>
            <pc:docMk/>
            <pc:sldMk cId="1637555228" sldId="259"/>
            <ac:spMk id="7" creationId="{80C9A89D-047C-1CCC-F066-C74ED49F09D7}"/>
          </ac:spMkLst>
        </pc:spChg>
        <pc:picChg chg="add del mod">
          <ac:chgData name="pritam adhikari" userId="b110053650bdc76b" providerId="LiveId" clId="{13E43529-35F5-4DD4-BD8F-39961AA1CFE5}" dt="2025-01-04T16:46:39.960" v="904" actId="478"/>
          <ac:picMkLst>
            <pc:docMk/>
            <pc:sldMk cId="1637555228" sldId="259"/>
            <ac:picMk id="5" creationId="{37EC1DB4-A612-5317-15A7-2CB1B8920172}"/>
          </ac:picMkLst>
        </pc:picChg>
        <pc:picChg chg="add mod">
          <ac:chgData name="pritam adhikari" userId="b110053650bdc76b" providerId="LiveId" clId="{13E43529-35F5-4DD4-BD8F-39961AA1CFE5}" dt="2025-01-04T16:46:53.689" v="909" actId="14100"/>
          <ac:picMkLst>
            <pc:docMk/>
            <pc:sldMk cId="1637555228" sldId="259"/>
            <ac:picMk id="9" creationId="{82D21F3B-7948-31CB-6E00-152DE10A01CD}"/>
          </ac:picMkLst>
        </pc:picChg>
      </pc:sldChg>
      <pc:sldChg chg="addSp delSp modSp new mod">
        <pc:chgData name="pritam adhikari" userId="b110053650bdc76b" providerId="LiveId" clId="{13E43529-35F5-4DD4-BD8F-39961AA1CFE5}" dt="2025-01-04T16:43:26.256" v="903" actId="20577"/>
        <pc:sldMkLst>
          <pc:docMk/>
          <pc:sldMk cId="2043888573" sldId="260"/>
        </pc:sldMkLst>
        <pc:spChg chg="mod">
          <ac:chgData name="pritam adhikari" userId="b110053650bdc76b" providerId="LiveId" clId="{13E43529-35F5-4DD4-BD8F-39961AA1CFE5}" dt="2025-01-04T16:26:35.560" v="423" actId="122"/>
          <ac:spMkLst>
            <pc:docMk/>
            <pc:sldMk cId="2043888573" sldId="260"/>
            <ac:spMk id="2" creationId="{E69F385E-A5EB-DB39-59AD-2EA2607005B4}"/>
          </ac:spMkLst>
        </pc:spChg>
        <pc:spChg chg="mod">
          <ac:chgData name="pritam adhikari" userId="b110053650bdc76b" providerId="LiveId" clId="{13E43529-35F5-4DD4-BD8F-39961AA1CFE5}" dt="2025-01-04T16:43:26.256" v="903" actId="20577"/>
          <ac:spMkLst>
            <pc:docMk/>
            <pc:sldMk cId="2043888573" sldId="260"/>
            <ac:spMk id="3" creationId="{D592A99D-BC3B-A9FF-C35E-2DC30AC4CBB4}"/>
          </ac:spMkLst>
        </pc:spChg>
        <pc:spChg chg="add mod">
          <ac:chgData name="pritam adhikari" userId="b110053650bdc76b" providerId="LiveId" clId="{13E43529-35F5-4DD4-BD8F-39961AA1CFE5}" dt="2025-01-04T16:29:21.727" v="658" actId="1076"/>
          <ac:spMkLst>
            <pc:docMk/>
            <pc:sldMk cId="2043888573" sldId="260"/>
            <ac:spMk id="4" creationId="{088AFB8A-0A64-7C76-8517-CE063A236952}"/>
          </ac:spMkLst>
        </pc:spChg>
        <pc:spChg chg="add mod">
          <ac:chgData name="pritam adhikari" userId="b110053650bdc76b" providerId="LiveId" clId="{13E43529-35F5-4DD4-BD8F-39961AA1CFE5}" dt="2025-01-04T16:28:45.458" v="622" actId="1076"/>
          <ac:spMkLst>
            <pc:docMk/>
            <pc:sldMk cId="2043888573" sldId="260"/>
            <ac:spMk id="5" creationId="{79999508-AB43-6808-5AA8-F8719C489D85}"/>
          </ac:spMkLst>
        </pc:spChg>
        <pc:spChg chg="add mod">
          <ac:chgData name="pritam adhikari" userId="b110053650bdc76b" providerId="LiveId" clId="{13E43529-35F5-4DD4-BD8F-39961AA1CFE5}" dt="2025-01-04T16:30:12.314" v="682" actId="20577"/>
          <ac:spMkLst>
            <pc:docMk/>
            <pc:sldMk cId="2043888573" sldId="260"/>
            <ac:spMk id="6" creationId="{C1CD5A3D-343C-7F4F-14CE-6CE42C5F4A81}"/>
          </ac:spMkLst>
        </pc:spChg>
        <pc:spChg chg="add del mod">
          <ac:chgData name="pritam adhikari" userId="b110053650bdc76b" providerId="LiveId" clId="{13E43529-35F5-4DD4-BD8F-39961AA1CFE5}" dt="2025-01-04T16:30:23.592" v="696"/>
          <ac:spMkLst>
            <pc:docMk/>
            <pc:sldMk cId="2043888573" sldId="260"/>
            <ac:spMk id="7" creationId="{254E8885-D8D3-0721-C351-048ECDB63D39}"/>
          </ac:spMkLst>
        </pc:spChg>
        <pc:spChg chg="add mod">
          <ac:chgData name="pritam adhikari" userId="b110053650bdc76b" providerId="LiveId" clId="{13E43529-35F5-4DD4-BD8F-39961AA1CFE5}" dt="2025-01-04T16:29:25.930" v="659" actId="1076"/>
          <ac:spMkLst>
            <pc:docMk/>
            <pc:sldMk cId="2043888573" sldId="260"/>
            <ac:spMk id="8" creationId="{19D3D26A-B999-6BBB-8214-82F6B31813EB}"/>
          </ac:spMkLst>
        </pc:spChg>
        <pc:spChg chg="add mod">
          <ac:chgData name="pritam adhikari" userId="b110053650bdc76b" providerId="LiveId" clId="{13E43529-35F5-4DD4-BD8F-39961AA1CFE5}" dt="2025-01-04T16:29:46.624" v="663" actId="1076"/>
          <ac:spMkLst>
            <pc:docMk/>
            <pc:sldMk cId="2043888573" sldId="260"/>
            <ac:spMk id="9" creationId="{B734F066-0435-92DC-C876-E607E2D1FB64}"/>
          </ac:spMkLst>
        </pc:spChg>
        <pc:spChg chg="add mod">
          <ac:chgData name="pritam adhikari" userId="b110053650bdc76b" providerId="LiveId" clId="{13E43529-35F5-4DD4-BD8F-39961AA1CFE5}" dt="2025-01-04T16:30:07.925" v="677" actId="20577"/>
          <ac:spMkLst>
            <pc:docMk/>
            <pc:sldMk cId="2043888573" sldId="260"/>
            <ac:spMk id="21" creationId="{A0F3F654-C21F-8FDA-3D3D-40B9EA6D2CCC}"/>
          </ac:spMkLst>
        </pc:sp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0" creationId="{7C9F53DD-F62B-3A70-6772-5451F833E86B}"/>
          </ac:cxnSpMkLst>
        </pc:cxn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1" creationId="{F4615340-097A-68B8-ED7F-1E35A1F34E29}"/>
          </ac:cxnSpMkLst>
        </pc:cxn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2" creationId="{344556F2-6499-3A6B-2C5C-188E2217EF61}"/>
          </ac:cxnSpMkLst>
        </pc:cxnChg>
        <pc:cxnChg chg="add mod">
          <ac:chgData name="pritam adhikari" userId="b110053650bdc76b" providerId="LiveId" clId="{13E43529-35F5-4DD4-BD8F-39961AA1CFE5}" dt="2025-01-04T16:29:21.727" v="658" actId="1076"/>
          <ac:cxnSpMkLst>
            <pc:docMk/>
            <pc:sldMk cId="2043888573" sldId="260"/>
            <ac:cxnSpMk id="13" creationId="{2AE0857F-EC60-51AC-8116-F7C47692FD49}"/>
          </ac:cxnSpMkLst>
        </pc:cxn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4" creationId="{E9C8F923-C227-CD71-27F5-D92CCA8E5145}"/>
          </ac:cxnSpMkLst>
        </pc:cxn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5" creationId="{9A7AE1B5-92E5-C800-0263-3B755B4915FF}"/>
          </ac:cxnSpMkLst>
        </pc:cxn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6" creationId="{61C57C04-028D-EFD0-D47D-348E884FFEA0}"/>
          </ac:cxnSpMkLst>
        </pc:cxn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7" creationId="{336A9C05-7E72-1429-6B5C-CB8D2DA52626}"/>
          </ac:cxnSpMkLst>
        </pc:cxn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8" creationId="{0ACB4B11-5534-195E-1223-A5F5B896BDD7}"/>
          </ac:cxnSpMkLst>
        </pc:cxnChg>
        <pc:cxnChg chg="add mod">
          <ac:chgData name="pritam adhikari" userId="b110053650bdc76b" providerId="LiveId" clId="{13E43529-35F5-4DD4-BD8F-39961AA1CFE5}" dt="2025-01-04T16:28:45.458" v="622" actId="1076"/>
          <ac:cxnSpMkLst>
            <pc:docMk/>
            <pc:sldMk cId="2043888573" sldId="260"/>
            <ac:cxnSpMk id="19" creationId="{6986A5B3-C8A6-CF62-6A48-6C92B7579091}"/>
          </ac:cxnSpMkLst>
        </pc:cxnChg>
      </pc:sldChg>
      <pc:sldChg chg="addSp delSp modSp new mod">
        <pc:chgData name="pritam adhikari" userId="b110053650bdc76b" providerId="LiveId" clId="{13E43529-35F5-4DD4-BD8F-39961AA1CFE5}" dt="2025-01-04T16:31:29.133" v="714" actId="14100"/>
        <pc:sldMkLst>
          <pc:docMk/>
          <pc:sldMk cId="3193588506" sldId="261"/>
        </pc:sldMkLst>
        <pc:spChg chg="del">
          <ac:chgData name="pritam adhikari" userId="b110053650bdc76b" providerId="LiveId" clId="{13E43529-35F5-4DD4-BD8F-39961AA1CFE5}" dt="2025-01-04T16:31:21.836" v="712" actId="931"/>
          <ac:spMkLst>
            <pc:docMk/>
            <pc:sldMk cId="3193588506" sldId="261"/>
            <ac:spMk id="3" creationId="{F791E449-F64A-BB09-9042-622874327F59}"/>
          </ac:spMkLst>
        </pc:spChg>
        <pc:picChg chg="add mod">
          <ac:chgData name="pritam adhikari" userId="b110053650bdc76b" providerId="LiveId" clId="{13E43529-35F5-4DD4-BD8F-39961AA1CFE5}" dt="2025-01-04T16:31:29.133" v="714" actId="14100"/>
          <ac:picMkLst>
            <pc:docMk/>
            <pc:sldMk cId="3193588506" sldId="261"/>
            <ac:picMk id="5" creationId="{BD6C0B46-6A19-5B30-E069-157D07E5A73C}"/>
          </ac:picMkLst>
        </pc:picChg>
      </pc:sldChg>
      <pc:sldChg chg="modSp new mod modAnim">
        <pc:chgData name="pritam adhikari" userId="b110053650bdc76b" providerId="LiveId" clId="{13E43529-35F5-4DD4-BD8F-39961AA1CFE5}" dt="2025-01-04T16:47:49.850" v="921"/>
        <pc:sldMkLst>
          <pc:docMk/>
          <pc:sldMk cId="4128594388" sldId="262"/>
        </pc:sldMkLst>
        <pc:spChg chg="mod">
          <ac:chgData name="pritam adhikari" userId="b110053650bdc76b" providerId="LiveId" clId="{13E43529-35F5-4DD4-BD8F-39961AA1CFE5}" dt="2025-01-04T16:34:57.906" v="754" actId="113"/>
          <ac:spMkLst>
            <pc:docMk/>
            <pc:sldMk cId="4128594388" sldId="262"/>
            <ac:spMk id="2" creationId="{16824FD6-3D04-AF93-A171-8550FFF4B37C}"/>
          </ac:spMkLst>
        </pc:spChg>
        <pc:spChg chg="mod">
          <ac:chgData name="pritam adhikari" userId="b110053650bdc76b" providerId="LiveId" clId="{13E43529-35F5-4DD4-BD8F-39961AA1CFE5}" dt="2025-01-04T16:47:46.378" v="920" actId="403"/>
          <ac:spMkLst>
            <pc:docMk/>
            <pc:sldMk cId="4128594388" sldId="262"/>
            <ac:spMk id="3" creationId="{E87786CA-D54B-B3CD-5327-89FA994C96EF}"/>
          </ac:spMkLst>
        </pc:spChg>
      </pc:sldChg>
      <pc:sldChg chg="addSp delSp modSp new mod">
        <pc:chgData name="pritam adhikari" userId="b110053650bdc76b" providerId="LiveId" clId="{13E43529-35F5-4DD4-BD8F-39961AA1CFE5}" dt="2025-01-04T17:31:44.491" v="943" actId="14100"/>
        <pc:sldMkLst>
          <pc:docMk/>
          <pc:sldMk cId="2865794821" sldId="263"/>
        </pc:sldMkLst>
        <pc:spChg chg="mod">
          <ac:chgData name="pritam adhikari" userId="b110053650bdc76b" providerId="LiveId" clId="{13E43529-35F5-4DD4-BD8F-39961AA1CFE5}" dt="2025-01-04T16:48:23.820" v="935" actId="1076"/>
          <ac:spMkLst>
            <pc:docMk/>
            <pc:sldMk cId="2865794821" sldId="263"/>
            <ac:spMk id="2" creationId="{39C2ED2A-DC8C-46E6-3001-81DFFB15639D}"/>
          </ac:spMkLst>
        </pc:spChg>
        <pc:spChg chg="del mod">
          <ac:chgData name="pritam adhikari" userId="b110053650bdc76b" providerId="LiveId" clId="{13E43529-35F5-4DD4-BD8F-39961AA1CFE5}" dt="2025-01-04T17:31:26.774" v="938" actId="931"/>
          <ac:spMkLst>
            <pc:docMk/>
            <pc:sldMk cId="2865794821" sldId="263"/>
            <ac:spMk id="3" creationId="{58079868-F376-1572-A074-4AC942EDD0CC}"/>
          </ac:spMkLst>
        </pc:spChg>
        <pc:picChg chg="add mod">
          <ac:chgData name="pritam adhikari" userId="b110053650bdc76b" providerId="LiveId" clId="{13E43529-35F5-4DD4-BD8F-39961AA1CFE5}" dt="2025-01-04T17:31:44.491" v="943" actId="14100"/>
          <ac:picMkLst>
            <pc:docMk/>
            <pc:sldMk cId="2865794821" sldId="263"/>
            <ac:picMk id="5" creationId="{6C79D06B-F1A0-9B56-518A-1494AE0EBA9C}"/>
          </ac:picMkLst>
        </pc:picChg>
      </pc:sldChg>
      <pc:sldChg chg="addSp delSp modSp add mod">
        <pc:chgData name="pritam adhikari" userId="b110053650bdc76b" providerId="LiveId" clId="{13E43529-35F5-4DD4-BD8F-39961AA1CFE5}" dt="2025-01-04T17:32:12.873" v="951" actId="1076"/>
        <pc:sldMkLst>
          <pc:docMk/>
          <pc:sldMk cId="3361233729" sldId="264"/>
        </pc:sldMkLst>
        <pc:spChg chg="add del mod">
          <ac:chgData name="pritam adhikari" userId="b110053650bdc76b" providerId="LiveId" clId="{13E43529-35F5-4DD4-BD8F-39961AA1CFE5}" dt="2025-01-04T17:31:56.666" v="946" actId="931"/>
          <ac:spMkLst>
            <pc:docMk/>
            <pc:sldMk cId="3361233729" sldId="264"/>
            <ac:spMk id="4" creationId="{66A54F67-9E0C-DE99-CFDF-2ABE4B70904E}"/>
          </ac:spMkLst>
        </pc:spChg>
        <pc:picChg chg="del">
          <ac:chgData name="pritam adhikari" userId="b110053650bdc76b" providerId="LiveId" clId="{13E43529-35F5-4DD4-BD8F-39961AA1CFE5}" dt="2025-01-04T17:31:51.853" v="945" actId="478"/>
          <ac:picMkLst>
            <pc:docMk/>
            <pc:sldMk cId="3361233729" sldId="264"/>
            <ac:picMk id="5" creationId="{6C79D06B-F1A0-9B56-518A-1494AE0EBA9C}"/>
          </ac:picMkLst>
        </pc:picChg>
        <pc:picChg chg="add mod">
          <ac:chgData name="pritam adhikari" userId="b110053650bdc76b" providerId="LiveId" clId="{13E43529-35F5-4DD4-BD8F-39961AA1CFE5}" dt="2025-01-04T17:32:12.873" v="951" actId="1076"/>
          <ac:picMkLst>
            <pc:docMk/>
            <pc:sldMk cId="3361233729" sldId="264"/>
            <ac:picMk id="7" creationId="{013A2D81-2CFA-A8FD-09C7-0BF1F677D6D0}"/>
          </ac:picMkLst>
        </pc:picChg>
      </pc:sldChg>
      <pc:sldChg chg="addSp delSp modSp new mod">
        <pc:chgData name="pritam adhikari" userId="b110053650bdc76b" providerId="LiveId" clId="{13E43529-35F5-4DD4-BD8F-39961AA1CFE5}" dt="2025-01-04T17:32:40.310" v="957" actId="14100"/>
        <pc:sldMkLst>
          <pc:docMk/>
          <pc:sldMk cId="592216212" sldId="265"/>
        </pc:sldMkLst>
        <pc:spChg chg="del">
          <ac:chgData name="pritam adhikari" userId="b110053650bdc76b" providerId="LiveId" clId="{13E43529-35F5-4DD4-BD8F-39961AA1CFE5}" dt="2025-01-04T17:32:26.537" v="953" actId="931"/>
          <ac:spMkLst>
            <pc:docMk/>
            <pc:sldMk cId="592216212" sldId="265"/>
            <ac:spMk id="3" creationId="{FD94BD1C-CFF2-44C7-804C-9BB27B45BCBA}"/>
          </ac:spMkLst>
        </pc:spChg>
        <pc:picChg chg="add mod">
          <ac:chgData name="pritam adhikari" userId="b110053650bdc76b" providerId="LiveId" clId="{13E43529-35F5-4DD4-BD8F-39961AA1CFE5}" dt="2025-01-04T17:32:40.310" v="957" actId="14100"/>
          <ac:picMkLst>
            <pc:docMk/>
            <pc:sldMk cId="592216212" sldId="265"/>
            <ac:picMk id="5" creationId="{C0E10EB7-E36A-435C-F029-B8B894E258DD}"/>
          </ac:picMkLst>
        </pc:picChg>
      </pc:sldChg>
      <pc:sldChg chg="addSp delSp modSp new mod">
        <pc:chgData name="pritam adhikari" userId="b110053650bdc76b" providerId="LiveId" clId="{13E43529-35F5-4DD4-BD8F-39961AA1CFE5}" dt="2025-01-04T17:33:07.541" v="963" actId="14100"/>
        <pc:sldMkLst>
          <pc:docMk/>
          <pc:sldMk cId="693808980" sldId="266"/>
        </pc:sldMkLst>
        <pc:spChg chg="del">
          <ac:chgData name="pritam adhikari" userId="b110053650bdc76b" providerId="LiveId" clId="{13E43529-35F5-4DD4-BD8F-39961AA1CFE5}" dt="2025-01-04T17:32:52.203" v="959" actId="931"/>
          <ac:spMkLst>
            <pc:docMk/>
            <pc:sldMk cId="693808980" sldId="266"/>
            <ac:spMk id="3" creationId="{84128014-C905-4904-93D0-612DEABA631A}"/>
          </ac:spMkLst>
        </pc:spChg>
        <pc:picChg chg="add mod">
          <ac:chgData name="pritam adhikari" userId="b110053650bdc76b" providerId="LiveId" clId="{13E43529-35F5-4DD4-BD8F-39961AA1CFE5}" dt="2025-01-04T17:33:07.541" v="963" actId="14100"/>
          <ac:picMkLst>
            <pc:docMk/>
            <pc:sldMk cId="693808980" sldId="266"/>
            <ac:picMk id="5" creationId="{F324E91A-EB12-22A6-A2E2-E66618D13E09}"/>
          </ac:picMkLst>
        </pc:picChg>
      </pc:sldChg>
      <pc:sldChg chg="addSp delSp modSp new mod">
        <pc:chgData name="pritam adhikari" userId="b110053650bdc76b" providerId="LiveId" clId="{13E43529-35F5-4DD4-BD8F-39961AA1CFE5}" dt="2025-01-04T17:33:31.144" v="969" actId="14100"/>
        <pc:sldMkLst>
          <pc:docMk/>
          <pc:sldMk cId="3344405575" sldId="267"/>
        </pc:sldMkLst>
        <pc:spChg chg="del">
          <ac:chgData name="pritam adhikari" userId="b110053650bdc76b" providerId="LiveId" clId="{13E43529-35F5-4DD4-BD8F-39961AA1CFE5}" dt="2025-01-04T17:33:17.141" v="965" actId="931"/>
          <ac:spMkLst>
            <pc:docMk/>
            <pc:sldMk cId="3344405575" sldId="267"/>
            <ac:spMk id="3" creationId="{2464196C-D6F5-3768-E8C7-8E6E49280EB3}"/>
          </ac:spMkLst>
        </pc:spChg>
        <pc:picChg chg="add mod">
          <ac:chgData name="pritam adhikari" userId="b110053650bdc76b" providerId="LiveId" clId="{13E43529-35F5-4DD4-BD8F-39961AA1CFE5}" dt="2025-01-04T17:33:31.144" v="969" actId="14100"/>
          <ac:picMkLst>
            <pc:docMk/>
            <pc:sldMk cId="3344405575" sldId="267"/>
            <ac:picMk id="5" creationId="{9D1CC46C-D6FC-8F14-BF3E-DB392147526A}"/>
          </ac:picMkLst>
        </pc:picChg>
      </pc:sldChg>
      <pc:sldChg chg="addSp delSp modSp new mod">
        <pc:chgData name="pritam adhikari" userId="b110053650bdc76b" providerId="LiveId" clId="{13E43529-35F5-4DD4-BD8F-39961AA1CFE5}" dt="2025-01-04T17:33:52.045" v="975" actId="1076"/>
        <pc:sldMkLst>
          <pc:docMk/>
          <pc:sldMk cId="398266095" sldId="268"/>
        </pc:sldMkLst>
        <pc:spChg chg="del">
          <ac:chgData name="pritam adhikari" userId="b110053650bdc76b" providerId="LiveId" clId="{13E43529-35F5-4DD4-BD8F-39961AA1CFE5}" dt="2025-01-04T17:33:39.853" v="971" actId="931"/>
          <ac:spMkLst>
            <pc:docMk/>
            <pc:sldMk cId="398266095" sldId="268"/>
            <ac:spMk id="3" creationId="{067377FE-1833-4682-2594-C9263A7223F8}"/>
          </ac:spMkLst>
        </pc:spChg>
        <pc:picChg chg="add mod">
          <ac:chgData name="pritam adhikari" userId="b110053650bdc76b" providerId="LiveId" clId="{13E43529-35F5-4DD4-BD8F-39961AA1CFE5}" dt="2025-01-04T17:33:52.045" v="975" actId="1076"/>
          <ac:picMkLst>
            <pc:docMk/>
            <pc:sldMk cId="398266095" sldId="268"/>
            <ac:picMk id="5" creationId="{8166E546-486C-3DB0-7A0B-CF98CFF37E25}"/>
          </ac:picMkLst>
        </pc:picChg>
      </pc:sldChg>
      <pc:sldChg chg="addSp delSp modSp new mod">
        <pc:chgData name="pritam adhikari" userId="b110053650bdc76b" providerId="LiveId" clId="{13E43529-35F5-4DD4-BD8F-39961AA1CFE5}" dt="2025-01-04T17:34:18.722" v="981" actId="14100"/>
        <pc:sldMkLst>
          <pc:docMk/>
          <pc:sldMk cId="292350817" sldId="269"/>
        </pc:sldMkLst>
        <pc:spChg chg="del">
          <ac:chgData name="pritam adhikari" userId="b110053650bdc76b" providerId="LiveId" clId="{13E43529-35F5-4DD4-BD8F-39961AA1CFE5}" dt="2025-01-04T17:34:07.354" v="977" actId="931"/>
          <ac:spMkLst>
            <pc:docMk/>
            <pc:sldMk cId="292350817" sldId="269"/>
            <ac:spMk id="3" creationId="{E9BE5A29-E717-6B02-6E6D-08F5423CEE59}"/>
          </ac:spMkLst>
        </pc:spChg>
        <pc:picChg chg="add mod">
          <ac:chgData name="pritam adhikari" userId="b110053650bdc76b" providerId="LiveId" clId="{13E43529-35F5-4DD4-BD8F-39961AA1CFE5}" dt="2025-01-04T17:34:18.722" v="981" actId="14100"/>
          <ac:picMkLst>
            <pc:docMk/>
            <pc:sldMk cId="292350817" sldId="269"/>
            <ac:picMk id="5" creationId="{7D92775E-AB43-A63B-EDC1-B6CC089F64EC}"/>
          </ac:picMkLst>
        </pc:picChg>
      </pc:sldChg>
      <pc:sldChg chg="addSp delSp modSp new mod">
        <pc:chgData name="pritam adhikari" userId="b110053650bdc76b" providerId="LiveId" clId="{13E43529-35F5-4DD4-BD8F-39961AA1CFE5}" dt="2025-01-04T17:34:46.328" v="988" actId="14100"/>
        <pc:sldMkLst>
          <pc:docMk/>
          <pc:sldMk cId="2175380815" sldId="270"/>
        </pc:sldMkLst>
        <pc:spChg chg="del">
          <ac:chgData name="pritam adhikari" userId="b110053650bdc76b" providerId="LiveId" clId="{13E43529-35F5-4DD4-BD8F-39961AA1CFE5}" dt="2025-01-04T17:34:27.981" v="983" actId="931"/>
          <ac:spMkLst>
            <pc:docMk/>
            <pc:sldMk cId="2175380815" sldId="270"/>
            <ac:spMk id="3" creationId="{4A896A15-DD99-E085-954F-F8CB201E059B}"/>
          </ac:spMkLst>
        </pc:spChg>
        <pc:picChg chg="add mod">
          <ac:chgData name="pritam adhikari" userId="b110053650bdc76b" providerId="LiveId" clId="{13E43529-35F5-4DD4-BD8F-39961AA1CFE5}" dt="2025-01-04T17:34:46.328" v="988" actId="14100"/>
          <ac:picMkLst>
            <pc:docMk/>
            <pc:sldMk cId="2175380815" sldId="270"/>
            <ac:picMk id="5" creationId="{6E35F724-D387-E829-7DB4-3EB21AA58CC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1D2F-CE28-118B-7339-274C86285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403A9-59A4-9EBE-51FF-E0744524A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CA849-0831-5A7E-F202-29546C02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2A005-45A3-FE17-EA77-32D5DD49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401C9-8A42-00C8-2C0E-F20DEAA5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68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BC7D7-3D3A-677E-0FD9-AC6BCA3A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EA97A-5D06-211C-203B-29CC605A4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D9D45-8E8C-093B-00D8-D71622A8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8DEAB-B388-534C-81F5-2991D112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2A67B-6531-073F-9124-59EA9909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84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0624C-AACA-62A9-0AE5-C8AC96AC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162AB-AEF4-B300-4B8D-15DB888EC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1F117-B0C8-2BE4-1B69-29D04B1E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17526-F638-FD8D-03AD-804894B7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175EA-58DF-FCD4-0E3D-09A2D114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65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5197-745F-E369-7B64-95D05858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42D83-720A-9D7B-700A-857D33306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2A16A-9AF5-73C5-7388-2FF4FE2A3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49299-4BAB-FACC-C74D-DD5BDEFD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74EBE-583C-A566-B753-66639C3F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06201-4C9D-BC57-D0D8-694F6588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94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0686-081D-EF66-F2B5-7C4C9929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D58E6-6727-5177-CB54-980C736CD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42D21-9A4F-0B44-82DA-96C252715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D55A1-7C98-E1FE-D6F9-CABB48ADB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85B70-8530-8425-8E19-A84544626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24B30-9F7A-9CC3-E625-65F994E75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3DD03-E3DA-03FD-419C-D2B02789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F50BF-5D6B-C493-630C-51414E5E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3930-8A8C-E216-AAF4-83429E48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ADC7F-57D4-3C65-E620-90DF247D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7E671-9ED5-ACCB-4AF2-C38D207C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BC5B9-AA88-63FE-83E4-7E4A588C6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64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B3118D-5741-9E01-0728-B71B00EF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37B29-C308-0F6F-7CB2-88AED0CE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4F7A5-4FA0-5845-03AD-9803B876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11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FE41-DD06-7DDB-3AF1-1932DB2D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140B-A2AA-2A85-C0F3-D90D0465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DD36B-88E4-E197-B615-E5FA8D7DB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80E37-67A9-F6E5-90EA-E1C8365A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1AAA9-79AE-5E6A-F145-26B7FF5E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1EFD2-AD13-FD3F-1719-2BB5B20B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42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86FF-8EAA-AFA3-9C00-5711DA44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E054F-65CD-B18B-051A-DCC210473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2EB3F-73A3-CC16-3192-15690FD4C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5EB2E-370B-049C-CB74-F4551462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F6AED-C992-41CF-A82B-E90BCB9A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C4FEF-1974-3E70-B544-BE24CB61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06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06A5-EEFA-C6BB-360E-A8C09C96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491FD-C970-A942-FE69-FF80A8906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93CA7-9A57-EBA7-A9C4-8422750E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12A27-755B-6D2C-F14B-29D960A9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49184-36DC-8ADE-2C6A-464FA14F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13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4F91-60A9-69C9-46D7-39FA3790F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F3DEF-2E8D-4894-BBD6-C13D630D1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97B05-49D1-20B1-C010-F2A369DF5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E2F95-C400-4E96-4F28-9E3B92FE4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7825A-E57D-D45E-4FD4-D878C789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92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7D97C3-6737-9BC5-4BD3-C44EC2793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23820-D34D-3E4E-48A4-A23CCE3AB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6A371-3C78-C093-AB32-A3E695BBB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958A7-823B-4D09-95C7-5C409817570E}" type="datetimeFigureOut">
              <a:rPr lang="en-IN" smtClean="0"/>
              <a:t>04-01-2025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CA5D0-E149-0A03-0A3B-FDEB85575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A5A3-6146-B9D5-1419-5E101C2BE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CC111-9507-4501-9BD3-6E0EEBE7A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01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6C77-03B5-C7A2-33E4-9251BEA7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4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ROM (Read Only Memory)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74204-83A5-87BC-4240-E9FDCC71F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92" y="1472184"/>
            <a:ext cx="11503152" cy="5184648"/>
          </a:xfrm>
        </p:spPr>
        <p:txBody>
          <a:bodyPr/>
          <a:lstStyle/>
          <a:p>
            <a:r>
              <a:rPr lang="en-IN" dirty="0"/>
              <a:t>It is a storage device in which a fixed set of binary information is stored.</a:t>
            </a:r>
          </a:p>
          <a:p>
            <a:r>
              <a:rPr lang="en-IN" dirty="0"/>
              <a:t>Non-volatile .</a:t>
            </a:r>
          </a:p>
          <a:p>
            <a:r>
              <a:rPr lang="en-IN" dirty="0"/>
              <a:t>ROM contains special internal links that can be fused or broken.</a:t>
            </a:r>
          </a:p>
          <a:p>
            <a:r>
              <a:rPr lang="en-IN" dirty="0"/>
              <a:t>Block diagram of ROM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B993D-B26B-6B72-26DD-C17A74D22C72}"/>
              </a:ext>
            </a:extLst>
          </p:cNvPr>
          <p:cNvSpPr/>
          <p:nvPr/>
        </p:nvSpPr>
        <p:spPr>
          <a:xfrm>
            <a:off x="2496312" y="4064508"/>
            <a:ext cx="2377440" cy="14538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1A0FAA-EE43-C10A-CA14-B11A5A107BE4}"/>
              </a:ext>
            </a:extLst>
          </p:cNvPr>
          <p:cNvSpPr/>
          <p:nvPr/>
        </p:nvSpPr>
        <p:spPr>
          <a:xfrm>
            <a:off x="7182612" y="4064508"/>
            <a:ext cx="2377440" cy="14538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A0864-645E-C835-85AD-ABF4C5B5906C}"/>
              </a:ext>
            </a:extLst>
          </p:cNvPr>
          <p:cNvSpPr txBox="1"/>
          <p:nvPr/>
        </p:nvSpPr>
        <p:spPr>
          <a:xfrm>
            <a:off x="755904" y="4270248"/>
            <a:ext cx="115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Inputs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5D302-1EF3-02B8-BFD0-8E0722147BFB}"/>
              </a:ext>
            </a:extLst>
          </p:cNvPr>
          <p:cNvSpPr txBox="1"/>
          <p:nvPr/>
        </p:nvSpPr>
        <p:spPr>
          <a:xfrm>
            <a:off x="10167747" y="4405404"/>
            <a:ext cx="115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outputs lines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7731EC-0426-8BAA-2CBC-72D7D2618BA0}"/>
              </a:ext>
            </a:extLst>
          </p:cNvPr>
          <p:cNvSpPr txBox="1"/>
          <p:nvPr/>
        </p:nvSpPr>
        <p:spPr>
          <a:xfrm>
            <a:off x="5458968" y="4023359"/>
            <a:ext cx="115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Product terms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474B57-77C4-2491-C7B4-0635341E6C5C}"/>
              </a:ext>
            </a:extLst>
          </p:cNvPr>
          <p:cNvSpPr txBox="1"/>
          <p:nvPr/>
        </p:nvSpPr>
        <p:spPr>
          <a:xfrm>
            <a:off x="3149346" y="4392690"/>
            <a:ext cx="115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AND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171E03-303E-66FC-ACFF-F60A3D6E3D03}"/>
              </a:ext>
            </a:extLst>
          </p:cNvPr>
          <p:cNvSpPr txBox="1"/>
          <p:nvPr/>
        </p:nvSpPr>
        <p:spPr>
          <a:xfrm>
            <a:off x="7767828" y="4346524"/>
            <a:ext cx="115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 array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CE20A2-334D-41FD-1047-ECBCFA6B282A}"/>
              </a:ext>
            </a:extLst>
          </p:cNvPr>
          <p:cNvCxnSpPr/>
          <p:nvPr/>
        </p:nvCxnSpPr>
        <p:spPr>
          <a:xfrm>
            <a:off x="2020824" y="4270248"/>
            <a:ext cx="502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E23307-8699-11D1-1039-FA0C778521A4}"/>
              </a:ext>
            </a:extLst>
          </p:cNvPr>
          <p:cNvCxnSpPr/>
          <p:nvPr/>
        </p:nvCxnSpPr>
        <p:spPr>
          <a:xfrm>
            <a:off x="1993392" y="4611701"/>
            <a:ext cx="502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9271DA-F51E-5FEF-E306-C370AF915F25}"/>
              </a:ext>
            </a:extLst>
          </p:cNvPr>
          <p:cNvCxnSpPr/>
          <p:nvPr/>
        </p:nvCxnSpPr>
        <p:spPr>
          <a:xfrm>
            <a:off x="1993392" y="5008019"/>
            <a:ext cx="502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97081B-12A8-FB3E-6977-723732E25C1E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4873752" y="4791456"/>
            <a:ext cx="2308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014549-675D-F95C-90BF-D523B4E4855B}"/>
              </a:ext>
            </a:extLst>
          </p:cNvPr>
          <p:cNvCxnSpPr/>
          <p:nvPr/>
        </p:nvCxnSpPr>
        <p:spPr>
          <a:xfrm>
            <a:off x="4873752" y="4916579"/>
            <a:ext cx="2308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06E760-0EF5-4E9D-60C9-3B1D24A0E9B5}"/>
              </a:ext>
            </a:extLst>
          </p:cNvPr>
          <p:cNvCxnSpPr/>
          <p:nvPr/>
        </p:nvCxnSpPr>
        <p:spPr>
          <a:xfrm>
            <a:off x="4882134" y="5200043"/>
            <a:ext cx="2308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6DAD49-0D06-291E-763B-390FA764B213}"/>
              </a:ext>
            </a:extLst>
          </p:cNvPr>
          <p:cNvCxnSpPr/>
          <p:nvPr/>
        </p:nvCxnSpPr>
        <p:spPr>
          <a:xfrm>
            <a:off x="9560052" y="4270248"/>
            <a:ext cx="534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D7C0879-2898-5FD7-5946-17673C617A12}"/>
              </a:ext>
            </a:extLst>
          </p:cNvPr>
          <p:cNvCxnSpPr/>
          <p:nvPr/>
        </p:nvCxnSpPr>
        <p:spPr>
          <a:xfrm>
            <a:off x="9560052" y="5190899"/>
            <a:ext cx="534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81F83A1-DE2B-725A-4BBA-6D783AD58E9F}"/>
              </a:ext>
            </a:extLst>
          </p:cNvPr>
          <p:cNvCxnSpPr/>
          <p:nvPr/>
        </p:nvCxnSpPr>
        <p:spPr>
          <a:xfrm>
            <a:off x="9560052" y="4503758"/>
            <a:ext cx="534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546D42-70D2-4CE7-B6B2-C0C090A0E9B9}"/>
              </a:ext>
            </a:extLst>
          </p:cNvPr>
          <p:cNvCxnSpPr/>
          <p:nvPr/>
        </p:nvCxnSpPr>
        <p:spPr>
          <a:xfrm>
            <a:off x="9560052" y="5424409"/>
            <a:ext cx="534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39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ACC4-DF60-51F4-6336-8BE81E1D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Types of 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06DF9-402B-7D53-8C6C-AD34BDEDB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Mask ROM</a:t>
            </a:r>
          </a:p>
          <a:p>
            <a:r>
              <a:rPr lang="en-IN" dirty="0"/>
              <a:t>PROM</a:t>
            </a:r>
          </a:p>
          <a:p>
            <a:r>
              <a:rPr lang="en-IN" dirty="0"/>
              <a:t>EPROM</a:t>
            </a:r>
          </a:p>
          <a:p>
            <a:r>
              <a:rPr lang="en-IN" dirty="0"/>
              <a:t>UV PROM</a:t>
            </a:r>
          </a:p>
          <a:p>
            <a:r>
              <a:rPr lang="en-IN" dirty="0"/>
              <a:t>EEPROM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34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4764-6F3D-183B-3814-16C3A806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2D21F3B-7948-31CB-6E00-152DE10A01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446" y="658368"/>
            <a:ext cx="9685822" cy="5513832"/>
          </a:xfrm>
        </p:spPr>
      </p:pic>
    </p:spTree>
    <p:extLst>
      <p:ext uri="{BB962C8B-B14F-4D97-AF65-F5344CB8AC3E}">
        <p14:creationId xmlns:p14="http://schemas.microsoft.com/office/powerpoint/2010/main" val="163755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385E-A5EB-DB39-59AD-2EA26070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PLA(Programmable logic arrays)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A99D-BC3B-A9FF-C35E-2DC30AC4C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382" y="1825624"/>
            <a:ext cx="11506962" cy="4940935"/>
          </a:xfrm>
        </p:spPr>
        <p:txBody>
          <a:bodyPr/>
          <a:lstStyle/>
          <a:p>
            <a:pPr algn="just"/>
            <a:r>
              <a:rPr lang="en-IN" dirty="0"/>
              <a:t>A PLA consist of a programmable AND array and a Programmable OR array. The PLA is also called a field Programmable logic array(FPAL)because the user in the field program it, not the manufacture.</a:t>
            </a:r>
          </a:p>
          <a:p>
            <a:pPr algn="just"/>
            <a:r>
              <a:rPr lang="en-IN" dirty="0"/>
              <a:t>It is used alternative of ROM where don’t care condition is excessive.</a:t>
            </a:r>
          </a:p>
          <a:p>
            <a:pPr algn="just"/>
            <a:r>
              <a:rPr lang="en-IN" dirty="0"/>
              <a:t>Block diagram of PLA</a:t>
            </a:r>
          </a:p>
          <a:p>
            <a:pPr algn="just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AFB8A-0A64-7C76-8517-CE063A236952}"/>
              </a:ext>
            </a:extLst>
          </p:cNvPr>
          <p:cNvSpPr/>
          <p:nvPr/>
        </p:nvSpPr>
        <p:spPr>
          <a:xfrm>
            <a:off x="3246120" y="4210812"/>
            <a:ext cx="2377440" cy="14538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99508-AB43-6808-5AA8-F8719C489D85}"/>
              </a:ext>
            </a:extLst>
          </p:cNvPr>
          <p:cNvSpPr/>
          <p:nvPr/>
        </p:nvSpPr>
        <p:spPr>
          <a:xfrm>
            <a:off x="7932420" y="4210812"/>
            <a:ext cx="2377440" cy="14538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D5A3D-343C-7F4F-14CE-6CE42C5F4A81}"/>
              </a:ext>
            </a:extLst>
          </p:cNvPr>
          <p:cNvSpPr txBox="1"/>
          <p:nvPr/>
        </p:nvSpPr>
        <p:spPr>
          <a:xfrm>
            <a:off x="1505712" y="4416552"/>
            <a:ext cx="115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3D26A-B999-6BBB-8214-82F6B31813EB}"/>
              </a:ext>
            </a:extLst>
          </p:cNvPr>
          <p:cNvSpPr txBox="1"/>
          <p:nvPr/>
        </p:nvSpPr>
        <p:spPr>
          <a:xfrm>
            <a:off x="3707130" y="4650062"/>
            <a:ext cx="1597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Programmable AND array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4F066-0435-92DC-C876-E607E2D1FB64}"/>
              </a:ext>
            </a:extLst>
          </p:cNvPr>
          <p:cNvSpPr txBox="1"/>
          <p:nvPr/>
        </p:nvSpPr>
        <p:spPr>
          <a:xfrm>
            <a:off x="8348472" y="4614594"/>
            <a:ext cx="1783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Programmable OR array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9F53DD-F62B-3A70-6772-5451F833E86B}"/>
              </a:ext>
            </a:extLst>
          </p:cNvPr>
          <p:cNvCxnSpPr/>
          <p:nvPr/>
        </p:nvCxnSpPr>
        <p:spPr>
          <a:xfrm>
            <a:off x="2770632" y="4416552"/>
            <a:ext cx="502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615340-097A-68B8-ED7F-1E35A1F34E29}"/>
              </a:ext>
            </a:extLst>
          </p:cNvPr>
          <p:cNvCxnSpPr/>
          <p:nvPr/>
        </p:nvCxnSpPr>
        <p:spPr>
          <a:xfrm>
            <a:off x="2743200" y="4758005"/>
            <a:ext cx="502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4556F2-6499-3A6B-2C5C-188E2217EF61}"/>
              </a:ext>
            </a:extLst>
          </p:cNvPr>
          <p:cNvCxnSpPr/>
          <p:nvPr/>
        </p:nvCxnSpPr>
        <p:spPr>
          <a:xfrm>
            <a:off x="2743200" y="5154323"/>
            <a:ext cx="502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E0857F-EC60-51AC-8116-F7C47692FD49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623560" y="4937760"/>
            <a:ext cx="2308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C8F923-C227-CD71-27F5-D92CCA8E5145}"/>
              </a:ext>
            </a:extLst>
          </p:cNvPr>
          <p:cNvCxnSpPr/>
          <p:nvPr/>
        </p:nvCxnSpPr>
        <p:spPr>
          <a:xfrm>
            <a:off x="5623560" y="5062883"/>
            <a:ext cx="2308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7AE1B5-92E5-C800-0263-3B755B4915FF}"/>
              </a:ext>
            </a:extLst>
          </p:cNvPr>
          <p:cNvCxnSpPr/>
          <p:nvPr/>
        </p:nvCxnSpPr>
        <p:spPr>
          <a:xfrm>
            <a:off x="5631942" y="5346347"/>
            <a:ext cx="2308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C57C04-028D-EFD0-D47D-348E884FFEA0}"/>
              </a:ext>
            </a:extLst>
          </p:cNvPr>
          <p:cNvCxnSpPr/>
          <p:nvPr/>
        </p:nvCxnSpPr>
        <p:spPr>
          <a:xfrm>
            <a:off x="10309860" y="4416552"/>
            <a:ext cx="534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6A9C05-7E72-1429-6B5C-CB8D2DA52626}"/>
              </a:ext>
            </a:extLst>
          </p:cNvPr>
          <p:cNvCxnSpPr/>
          <p:nvPr/>
        </p:nvCxnSpPr>
        <p:spPr>
          <a:xfrm>
            <a:off x="10309860" y="5337203"/>
            <a:ext cx="534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CB4B11-5534-195E-1223-A5F5B896BDD7}"/>
              </a:ext>
            </a:extLst>
          </p:cNvPr>
          <p:cNvCxnSpPr/>
          <p:nvPr/>
        </p:nvCxnSpPr>
        <p:spPr>
          <a:xfrm>
            <a:off x="10309860" y="4650062"/>
            <a:ext cx="534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6A5B3-C8A6-CF62-6A48-6C92B7579091}"/>
              </a:ext>
            </a:extLst>
          </p:cNvPr>
          <p:cNvCxnSpPr/>
          <p:nvPr/>
        </p:nvCxnSpPr>
        <p:spPr>
          <a:xfrm>
            <a:off x="10309860" y="5570713"/>
            <a:ext cx="534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0F3F654-C21F-8FDA-3D3D-40B9EA6D2CCC}"/>
              </a:ext>
            </a:extLst>
          </p:cNvPr>
          <p:cNvSpPr txBox="1"/>
          <p:nvPr/>
        </p:nvSpPr>
        <p:spPr>
          <a:xfrm>
            <a:off x="10647426" y="4690872"/>
            <a:ext cx="115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204388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A3C6-798E-5F0F-0079-29D67BF0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6C0B46-6A19-5B30-E069-157D07E5A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18" y="585216"/>
            <a:ext cx="8344862" cy="5492528"/>
          </a:xfrm>
        </p:spPr>
      </p:pic>
    </p:spTree>
    <p:extLst>
      <p:ext uri="{BB962C8B-B14F-4D97-AF65-F5344CB8AC3E}">
        <p14:creationId xmlns:p14="http://schemas.microsoft.com/office/powerpoint/2010/main" val="3193588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4FD6-3D04-AF93-A171-8550FFF4B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 Given function using PLA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786CA-D54B-B3CD-5327-89FA994C9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</a:t>
            </a:r>
            <a:r>
              <a:rPr lang="en-IN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0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=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∑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 (0,1,4,6) , F</a:t>
            </a:r>
            <a:r>
              <a:rPr lang="en-IN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1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=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∑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 (2,3,4,6,7), F</a:t>
            </a:r>
            <a:r>
              <a:rPr lang="en-IN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2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=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∑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 (0,1,2,6)</a:t>
            </a:r>
          </a:p>
          <a:p>
            <a:endParaRPr lang="en-IN" b="1" kern="1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b="1" kern="1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 algn="ctr">
              <a:buNone/>
            </a:pPr>
            <a:r>
              <a:rPr lang="en-IN" sz="3600" dirty="0"/>
              <a:t>Assignment</a:t>
            </a:r>
          </a:p>
          <a:p>
            <a:pPr marL="0" indent="0" algn="ctr">
              <a:buNone/>
            </a:pPr>
            <a:r>
              <a:rPr lang="en-IN" sz="3600" dirty="0"/>
              <a:t>Advantage, Disadvantage and Application of PAL.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859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ED2A-DC8C-46E6-3001-81DFFB15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4" y="73153"/>
            <a:ext cx="11548872" cy="15718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79D06B-F1A0-9B56-518A-1494AE0EBA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9" y="201169"/>
            <a:ext cx="12072602" cy="6318503"/>
          </a:xfrm>
        </p:spPr>
      </p:pic>
    </p:spTree>
    <p:extLst>
      <p:ext uri="{BB962C8B-B14F-4D97-AF65-F5344CB8AC3E}">
        <p14:creationId xmlns:p14="http://schemas.microsoft.com/office/powerpoint/2010/main" val="286579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ED2A-DC8C-46E6-3001-81DFFB15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4" y="73153"/>
            <a:ext cx="11548872" cy="15718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3A2D81-2CFA-A8FD-09C7-0BF1F677D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7" y="278892"/>
            <a:ext cx="11664129" cy="6300216"/>
          </a:xfrm>
        </p:spPr>
      </p:pic>
    </p:spTree>
    <p:extLst>
      <p:ext uri="{BB962C8B-B14F-4D97-AF65-F5344CB8AC3E}">
        <p14:creationId xmlns:p14="http://schemas.microsoft.com/office/powerpoint/2010/main" val="3361233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7B3C2-E73E-20E7-DD02-9DB2721E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E10EB7-E36A-435C-F029-B8B894E25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184" y="182880"/>
            <a:ext cx="12368594" cy="6455664"/>
          </a:xfrm>
        </p:spPr>
      </p:pic>
    </p:spTree>
    <p:extLst>
      <p:ext uri="{BB962C8B-B14F-4D97-AF65-F5344CB8AC3E}">
        <p14:creationId xmlns:p14="http://schemas.microsoft.com/office/powerpoint/2010/main" val="592216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CFA8-16A8-6FD6-A1BA-749DAB1E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24E91A-EB12-22A6-A2E2-E66618D13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3" y="246887"/>
            <a:ext cx="11767899" cy="6245987"/>
          </a:xfrm>
        </p:spPr>
      </p:pic>
    </p:spTree>
    <p:extLst>
      <p:ext uri="{BB962C8B-B14F-4D97-AF65-F5344CB8AC3E}">
        <p14:creationId xmlns:p14="http://schemas.microsoft.com/office/powerpoint/2010/main" val="693808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DFD3-54D5-9FDF-4F8C-771ECB7F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1CC46C-D6FC-8F14-BF3E-DB3921475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96" y="365125"/>
            <a:ext cx="11876243" cy="6602603"/>
          </a:xfrm>
        </p:spPr>
      </p:pic>
    </p:spTree>
    <p:extLst>
      <p:ext uri="{BB962C8B-B14F-4D97-AF65-F5344CB8AC3E}">
        <p14:creationId xmlns:p14="http://schemas.microsoft.com/office/powerpoint/2010/main" val="3344405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90B6-1186-91A2-C2D0-3F24A7F1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66E546-486C-3DB0-7A0B-CF98CFF37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65" y="142568"/>
            <a:ext cx="11591470" cy="6417876"/>
          </a:xfrm>
        </p:spPr>
      </p:pic>
    </p:spTree>
    <p:extLst>
      <p:ext uri="{BB962C8B-B14F-4D97-AF65-F5344CB8AC3E}">
        <p14:creationId xmlns:p14="http://schemas.microsoft.com/office/powerpoint/2010/main" val="398266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48B5-3634-6826-3626-08408A33E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92775E-AB43-A63B-EDC1-B6CC089F6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146304"/>
            <a:ext cx="11864621" cy="6390672"/>
          </a:xfrm>
        </p:spPr>
      </p:pic>
    </p:spTree>
    <p:extLst>
      <p:ext uri="{BB962C8B-B14F-4D97-AF65-F5344CB8AC3E}">
        <p14:creationId xmlns:p14="http://schemas.microsoft.com/office/powerpoint/2010/main" val="292350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0D16-6A6F-EA95-5070-EE07F2EDC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35F724-D387-E829-7DB4-3EB21AA58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" y="154812"/>
            <a:ext cx="10972800" cy="6581087"/>
          </a:xfrm>
        </p:spPr>
      </p:pic>
    </p:spTree>
    <p:extLst>
      <p:ext uri="{BB962C8B-B14F-4D97-AF65-F5344CB8AC3E}">
        <p14:creationId xmlns:p14="http://schemas.microsoft.com/office/powerpoint/2010/main" val="217538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167</Words>
  <Application>Microsoft Office PowerPoint</Application>
  <PresentationFormat>Widescreen</PresentationFormat>
  <Paragraphs>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ROM (Read Only Memory)</vt:lpstr>
      <vt:lpstr>Types of ROM</vt:lpstr>
      <vt:lpstr>PowerPoint Presentation</vt:lpstr>
      <vt:lpstr>PLA(Programmable logic arrays)</vt:lpstr>
      <vt:lpstr>PowerPoint Presentation</vt:lpstr>
      <vt:lpstr>Implement Given function using PLA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 (Read Only Memory)</dc:title>
  <dc:creator>pritam adhikari</dc:creator>
  <cp:lastModifiedBy>pritam adhikari</cp:lastModifiedBy>
  <cp:revision>1</cp:revision>
  <dcterms:created xsi:type="dcterms:W3CDTF">2025-01-04T16:10:40Z</dcterms:created>
  <dcterms:modified xsi:type="dcterms:W3CDTF">2025-01-04T17:37:17Z</dcterms:modified>
</cp:coreProperties>
</file>