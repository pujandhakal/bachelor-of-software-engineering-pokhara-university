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7"/>
    <p:restoredTop sz="94567"/>
  </p:normalViewPr>
  <p:slideViewPr>
    <p:cSldViewPr snapToGrid="0">
      <p:cViewPr varScale="1">
        <p:scale>
          <a:sx n="123" d="100"/>
          <a:sy n="123" d="100"/>
        </p:scale>
        <p:origin x="21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62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1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5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92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2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6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40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4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3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48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577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61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613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903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735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14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51A2EA-2F34-7846-8A37-62071C78E4FF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87F69D-1FA9-1248-B914-076E61B48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3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2380-EC17-971E-43F0-B9B55B453C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 Oriented Design of Assembler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513B9-2977-6BA5-22AC-C952E1366E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					</a:t>
            </a:r>
            <a:r>
              <a:rPr lang="en-US"/>
              <a:t>	Prepared </a:t>
            </a:r>
            <a:r>
              <a:rPr lang="en-US" dirty="0"/>
              <a:t>By: </a:t>
            </a:r>
            <a:r>
              <a:rPr lang="en-US" b="1" dirty="0"/>
              <a:t>Er. Saugat </a:t>
            </a:r>
            <a:r>
              <a:rPr lang="en-US" b="1" dirty="0" err="1"/>
              <a:t>Niroula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016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082A-069B-97D1-E5F6-89A2DEC52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5AA5C-3479-DFB4-68AA-F8D7A9436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Object-oriented design can be viewed in different ways. </a:t>
            </a:r>
          </a:p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Booch (1994) suggests that there are really two different development processes, which he calls 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micro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and </a:t>
            </a:r>
            <a:r>
              <a:rPr lang="en-US" b="0" i="1" dirty="0">
                <a:solidFill>
                  <a:srgbClr val="0F1115"/>
                </a:solidFill>
                <a:effectLst/>
                <a:latin typeface="quote-cjk-patch"/>
              </a:rPr>
              <a:t>macro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656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F7FC-FE54-6CC7-01BD-0326ABB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Booch Macro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08ACC-6F93-8D13-0802-CD39C5703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Booch’s macro process represents the overall activities of the development team on a long-range scale (perhaps many months at a time). 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It includes the following activities: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752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79EC-5113-B828-EB7F-7387CC5D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Booch Macro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60009-04DA-A367-E355-5FC2F2761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Establish the requirements for the software (conceptualization)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Develop an overall model of the system’s behavior (analysis)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Create an architecture for the implementation (design)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Develop the implementation through successive refinements (evolution)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Manage the continued evolution of a delivered system (maintenance)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01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52B13-BB9D-51E0-4E68-1BB0BCE95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7171-A5CC-E789-1B16-C95EA57FD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macro process repeats itself after each major release of a software product. The overall sequence of events is similar to the waterfall model</a:t>
            </a:r>
          </a:p>
          <a:p>
            <a:r>
              <a:rPr lang="en-US" dirty="0"/>
              <a:t> However, Booch argues that object-oriented development is inherently iterative.</a:t>
            </a:r>
          </a:p>
        </p:txBody>
      </p:sp>
    </p:spTree>
    <p:extLst>
      <p:ext uri="{BB962C8B-B14F-4D97-AF65-F5344CB8AC3E}">
        <p14:creationId xmlns:p14="http://schemas.microsoft.com/office/powerpoint/2010/main" val="3851576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7BE3-AF4C-DA62-70AB-9F76765D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Booch’s Micro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1C4B8-080E-7B2A-E12E-89FDDC7E3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385" y="2556932"/>
            <a:ext cx="9488211" cy="3707234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Booch’s micro process essentially represents the daily activities of the system developers. It consists of the following activities: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Identify the classes and objects of the system</a:t>
            </a:r>
          </a:p>
          <a:p>
            <a:pPr lvl="1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Establish the behavior and other attributes of the classes and objects—for example, the methods that are applicable to each</a:t>
            </a:r>
          </a:p>
          <a:p>
            <a:pPr lvl="1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Analyze the relationships among the classes and objects—for example, the use of aggregation, inheritance and polymorphism</a:t>
            </a:r>
          </a:p>
          <a:p>
            <a:pPr lvl="1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Specify the implementation of the classes and objects—for example, the data structures and algorithms that are used in each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These activities may be repeated as needed, with increasing levels of detail being considered.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66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B679C-45E7-97DB-A907-E8D436F2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2BFA07-FB21-D316-8394-3E41C0B26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751" y="487680"/>
            <a:ext cx="6658927" cy="5963919"/>
          </a:xfrm>
        </p:spPr>
      </p:pic>
    </p:spTree>
    <p:extLst>
      <p:ext uri="{BB962C8B-B14F-4D97-AF65-F5344CB8AC3E}">
        <p14:creationId xmlns:p14="http://schemas.microsoft.com/office/powerpoint/2010/main" val="1038253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CCFF-AB24-7EEF-AC42-9C0CFC2E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Diagram of Assembler</a:t>
            </a: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55C27691-39DF-4DDF-C1AA-74DCDEFE5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6079" y="2557463"/>
            <a:ext cx="4779841" cy="3317875"/>
          </a:xfrm>
        </p:spPr>
      </p:pic>
    </p:spTree>
    <p:extLst>
      <p:ext uri="{BB962C8B-B14F-4D97-AF65-F5344CB8AC3E}">
        <p14:creationId xmlns:p14="http://schemas.microsoft.com/office/powerpoint/2010/main" val="280089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3F5E-A7E6-0DA0-F304-67D93D1D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aper with text on it&#10;&#10;AI-generated content may be incorrect.">
            <a:extLst>
              <a:ext uri="{FF2B5EF4-FFF2-40B4-BE49-F238E27FC236}">
                <a16:creationId xmlns:a16="http://schemas.microsoft.com/office/drawing/2014/main" id="{F19C147B-E6BC-3E83-BCE1-27F1C3F01B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531" y="1"/>
            <a:ext cx="7252138" cy="7071832"/>
          </a:xfrm>
        </p:spPr>
      </p:pic>
    </p:spTree>
    <p:extLst>
      <p:ext uri="{BB962C8B-B14F-4D97-AF65-F5344CB8AC3E}">
        <p14:creationId xmlns:p14="http://schemas.microsoft.com/office/powerpoint/2010/main" val="27267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7E04-0886-3084-58E2-818FD39C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close-up of a document&#10;&#10;AI-generated content may be incorrect.">
            <a:extLst>
              <a:ext uri="{FF2B5EF4-FFF2-40B4-BE49-F238E27FC236}">
                <a16:creationId xmlns:a16="http://schemas.microsoft.com/office/drawing/2014/main" id="{CAB99317-CE83-6F8C-E3F8-36D35421C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6869" y="10465"/>
            <a:ext cx="6222123" cy="7115549"/>
          </a:xfrm>
        </p:spPr>
      </p:pic>
    </p:spTree>
    <p:extLst>
      <p:ext uri="{BB962C8B-B14F-4D97-AF65-F5344CB8AC3E}">
        <p14:creationId xmlns:p14="http://schemas.microsoft.com/office/powerpoint/2010/main" val="297495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68D1-F08D-367A-B59B-592CB9C0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8A5EACAD-859B-AAF0-CC79-B60E5FD4B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6869" y="982132"/>
            <a:ext cx="6385255" cy="3898481"/>
          </a:xfrm>
        </p:spPr>
      </p:pic>
    </p:spTree>
    <p:extLst>
      <p:ext uri="{BB962C8B-B14F-4D97-AF65-F5344CB8AC3E}">
        <p14:creationId xmlns:p14="http://schemas.microsoft.com/office/powerpoint/2010/main" val="1958921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534DA-824F-2105-CD2C-98F6B646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diagram of Assembler</a:t>
            </a:r>
          </a:p>
        </p:txBody>
      </p:sp>
      <p:pic>
        <p:nvPicPr>
          <p:cNvPr id="5" name="Content Placeholder 4" descr="A diagram of a program&#10;&#10;AI-generated content may be incorrect.">
            <a:extLst>
              <a:ext uri="{FF2B5EF4-FFF2-40B4-BE49-F238E27FC236}">
                <a16:creationId xmlns:a16="http://schemas.microsoft.com/office/drawing/2014/main" id="{7E5210DB-820A-A779-F4D8-560EA74F5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577" y="2480441"/>
            <a:ext cx="6780520" cy="4466897"/>
          </a:xfrm>
        </p:spPr>
      </p:pic>
    </p:spTree>
    <p:extLst>
      <p:ext uri="{BB962C8B-B14F-4D97-AF65-F5344CB8AC3E}">
        <p14:creationId xmlns:p14="http://schemas.microsoft.com/office/powerpoint/2010/main" val="2616832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811B-4299-E8AB-3F0A-FBC7ABF7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 descr="A diagram of a program&#10;&#10;AI-generated content may be incorrect.">
            <a:extLst>
              <a:ext uri="{FF2B5EF4-FFF2-40B4-BE49-F238E27FC236}">
                <a16:creationId xmlns:a16="http://schemas.microsoft.com/office/drawing/2014/main" id="{52FD9EFD-A8D9-F034-7380-2D6EAD698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427" y="525517"/>
            <a:ext cx="11278159" cy="5878882"/>
          </a:xfrm>
        </p:spPr>
      </p:pic>
    </p:spTree>
    <p:extLst>
      <p:ext uri="{BB962C8B-B14F-4D97-AF65-F5344CB8AC3E}">
        <p14:creationId xmlns:p14="http://schemas.microsoft.com/office/powerpoint/2010/main" val="17268878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424</TotalTime>
  <Words>288</Words>
  <Application>Microsoft Macintosh PowerPoint</Application>
  <PresentationFormat>Widescreen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quote-cjk-patch</vt:lpstr>
      <vt:lpstr>Organic</vt:lpstr>
      <vt:lpstr>Object Oriented Design of Assembler</vt:lpstr>
      <vt:lpstr>PowerPoint Presentation</vt:lpstr>
      <vt:lpstr>Booch Macro Processes</vt:lpstr>
      <vt:lpstr>Booch Macro Processes</vt:lpstr>
      <vt:lpstr>PowerPoint Presentation</vt:lpstr>
      <vt:lpstr>Booch’s Micro Processes</vt:lpstr>
      <vt:lpstr>PowerPoint Presentation</vt:lpstr>
      <vt:lpstr>Object Diagram of Assembler</vt:lpstr>
      <vt:lpstr>PowerPoint Presentation</vt:lpstr>
      <vt:lpstr>PowerPoint Presentation</vt:lpstr>
      <vt:lpstr>PowerPoint Presentation</vt:lpstr>
      <vt:lpstr>Interaction diagram of Assembler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Saugat Niroula</dc:creator>
  <cp:lastModifiedBy>Saugat Niroula</cp:lastModifiedBy>
  <cp:revision>3</cp:revision>
  <dcterms:created xsi:type="dcterms:W3CDTF">2026-07-06T05:38:24Z</dcterms:created>
  <dcterms:modified xsi:type="dcterms:W3CDTF">2026-07-08T02:59:38Z</dcterms:modified>
</cp:coreProperties>
</file>