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71" r:id="rId2"/>
    <p:sldId id="273" r:id="rId3"/>
    <p:sldId id="274" r:id="rId4"/>
    <p:sldId id="291" r:id="rId5"/>
    <p:sldId id="295" r:id="rId6"/>
    <p:sldId id="316" r:id="rId7"/>
    <p:sldId id="317" r:id="rId8"/>
    <p:sldId id="318" r:id="rId9"/>
    <p:sldId id="326" r:id="rId10"/>
    <p:sldId id="319" r:id="rId11"/>
    <p:sldId id="328" r:id="rId12"/>
    <p:sldId id="320" r:id="rId13"/>
    <p:sldId id="321" r:id="rId14"/>
    <p:sldId id="322" r:id="rId15"/>
    <p:sldId id="323" r:id="rId16"/>
    <p:sldId id="324" r:id="rId17"/>
    <p:sldId id="325" r:id="rId18"/>
    <p:sldId id="327" r:id="rId19"/>
    <p:sldId id="329" r:id="rId20"/>
    <p:sldId id="331" r:id="rId21"/>
    <p:sldId id="330" r:id="rId22"/>
    <p:sldId id="332" r:id="rId23"/>
    <p:sldId id="333" r:id="rId24"/>
    <p:sldId id="334" r:id="rId25"/>
    <p:sldId id="335" r:id="rId26"/>
    <p:sldId id="336" r:id="rId27"/>
    <p:sldId id="339" r:id="rId28"/>
    <p:sldId id="337" r:id="rId29"/>
    <p:sldId id="340" r:id="rId30"/>
    <p:sldId id="338" r:id="rId31"/>
    <p:sldId id="341" r:id="rId32"/>
    <p:sldId id="347" r:id="rId33"/>
    <p:sldId id="342" r:id="rId34"/>
    <p:sldId id="343" r:id="rId35"/>
    <p:sldId id="348" r:id="rId36"/>
    <p:sldId id="344" r:id="rId37"/>
    <p:sldId id="345" r:id="rId38"/>
    <p:sldId id="346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110"/>
    <p:restoredTop sz="94580"/>
  </p:normalViewPr>
  <p:slideViewPr>
    <p:cSldViewPr snapToGrid="0">
      <p:cViewPr varScale="1">
        <p:scale>
          <a:sx n="143" d="100"/>
          <a:sy n="143" d="100"/>
        </p:scale>
        <p:origin x="216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C7DB95-45C1-2A48-8729-F9EF1A3AC78D}" type="datetimeFigureOut">
              <a:rPr lang="en-US" smtClean="0"/>
              <a:t>7/13/26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259154-53BD-C84E-9AA4-34569C2671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6859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B1D51F-2787-B646-9019-5F4B7E3F8DE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58117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B1D51F-2787-B646-9019-5F4B7E3F8DE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5649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ABC11-1ECD-A67A-EAA7-C8B06C5963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81E8FC-6E64-1A62-782A-95CF7DE84B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9901CC-BF27-F4D6-3FC8-21E4200BA3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CD340B-D510-374E-B33C-BF503B314372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3D6FAF-F09A-4FFA-F378-ED5357FFB4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16B5F9-45E7-243E-1387-EB0ACA40C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1EA3C-CF7C-6E47-9DF7-F3DDACBF64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4800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47AEB-860F-A3CE-AA19-E8CA5B294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9642DC-2E3A-C204-3E59-1B086AB142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43F229-6D2A-0B18-857F-A6B9473FEC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CD340B-D510-374E-B33C-BF503B314372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9E46AE-729C-F212-D609-1A55F56CB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3C3858-6240-8015-5AF5-09C6CBC6B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1EA3C-CF7C-6E47-9DF7-F3DDACBF64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7780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100AD3-BD18-15C6-F6F4-9468155D04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333E08-8C99-C5E3-C358-0FD5B1356A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9112AB-6B9B-ABB4-FF11-60EFCFD4E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CD340B-D510-374E-B33C-BF503B314372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6A44F1-91AD-DED6-C361-FBA55DECE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485804-E926-B947-0E0D-B1B901DFA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1EA3C-CF7C-6E47-9DF7-F3DDACBF64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5320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21CCF-4F1C-2C2F-564F-012E826790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743A8-5172-3500-5F8F-562C8ED58D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CC71AA-B7BE-08A4-251A-ADFC56F8CE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CE373C-9EA1-D8E4-B0EF-B44F594D9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CD340B-D510-374E-B33C-BF503B314372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2C27C5-9C6E-8892-2273-6B911F4B28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5548D0-FEA2-5EE6-6E05-7199966A0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1EA3C-CF7C-6E47-9DF7-F3DDACBF64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5208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58A1C-E37C-A4B8-6EB5-7A3E42D481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A1DE0C-94E4-F3D3-826B-773DE24EB6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F1F62C-0AB0-52E1-8804-00C080135F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F751CF-54FF-451E-E53E-8A993DC25D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E4F16B-1F47-6F08-D700-E053857140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57C80BF-88C3-32AA-EBFA-40B42AC33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CD340B-D510-374E-B33C-BF503B314372}" type="datetimeFigureOut">
              <a:rPr lang="en-US" smtClean="0"/>
              <a:t>7/13/26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BFFEB5D-66B5-E129-A4A9-408BC2B20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5613563-64E0-933F-EDE4-41BAE280C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1EA3C-CF7C-6E47-9DF7-F3DDACBF64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0786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775E4-4AB4-593F-82A8-FC744794A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55731C-87C0-B1FD-5BF5-AB45FF8AF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CD340B-D510-374E-B33C-BF503B314372}" type="datetimeFigureOut">
              <a:rPr lang="en-US" smtClean="0"/>
              <a:t>7/13/26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F6C2E0-F803-27BC-BCB5-5B82848B8F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24AD49-0300-1F4F-E57F-0C4104996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1EA3C-CF7C-6E47-9DF7-F3DDACBF64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6886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A5C727-6A9E-CF3E-CFFF-8F1B7BAA3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CD340B-D510-374E-B33C-BF503B314372}" type="datetimeFigureOut">
              <a:rPr lang="en-US" smtClean="0"/>
              <a:t>7/13/26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3D86095-9E15-D487-77A3-F05C36F47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EAF530-35E2-F6AB-BF18-056958478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1EA3C-CF7C-6E47-9DF7-F3DDACBF64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6536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A55AD8-3634-76C6-CF06-6C06FE84F1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8B3D7D-54A1-88D4-F19E-CE393D7D0C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874D07-8DB7-B710-52B2-22EE9FB7B7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FB01EA-72F6-54A1-813A-66982950E3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CD340B-D510-374E-B33C-BF503B314372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CDE56B-C0C0-7815-D402-BB9BE5B67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552CCC-391F-909A-3963-A0D5C07AA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1EA3C-CF7C-6E47-9DF7-F3DDACBF64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499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21DA1-33BB-3B44-92A0-FD03E1EAEE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A79A2D-DA86-E062-7982-B773D817AC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2D81E6-EF44-57CB-2243-6F4B3305C8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3E8AAD-4802-5D74-0149-7E7DB5949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CD340B-D510-374E-B33C-BF503B314372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7361F2-789D-8545-E3A0-449D8EC34A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CF0E09-4467-BE19-5502-FDF331785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1EA3C-CF7C-6E47-9DF7-F3DDACBF64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49546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6494C-6261-1528-B0D6-E7E449E0C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C0B7E1-7726-50F5-A139-EF18AB0D9F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951AAC-D2B0-AC6B-784E-9E5C869A7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CD340B-D510-374E-B33C-BF503B314372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453688-BEB5-D9A5-E875-CD5367635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E2776-D8A1-2726-9565-5A8B2BDD2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1EA3C-CF7C-6E47-9DF7-F3DDACBF64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01472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3225028-A4C0-1BCA-B116-3C260A6B964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3A9142-022B-FD74-505B-A71C77CA5E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F793D7-2B94-63F1-FFA9-6B1D81ED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CD340B-D510-374E-B33C-BF503B314372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437F4D-8A4D-60FF-5E4D-F29906ABD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6B3EB-C2B0-C8D1-BD8E-FC1E1213D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1EA3C-CF7C-6E47-9DF7-F3DDACBF64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0377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8A70A09-E9EA-42D7-5BEF-FA56FAE8E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B12CC5-535E-8BDB-C852-A56D416424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38C77F-2450-9309-FD94-753606347B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CD340B-D510-374E-B33C-BF503B314372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D45474-5AF9-FEC6-2FAD-A102267123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815B5D-C6FC-F422-A6CF-0AACAC3A06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11EA3C-CF7C-6E47-9DF7-F3DDACBF64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645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D72DEA-AB9A-AD58-4634-C24EF1649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46802FB-3774-8D64-7F51-69CDCC7FAC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200" y="0"/>
            <a:ext cx="10856462" cy="7050957"/>
          </a:xfrm>
        </p:spPr>
      </p:pic>
    </p:spTree>
    <p:extLst>
      <p:ext uri="{BB962C8B-B14F-4D97-AF65-F5344CB8AC3E}">
        <p14:creationId xmlns:p14="http://schemas.microsoft.com/office/powerpoint/2010/main" val="10286860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E60FB-C278-F84B-2A10-05B15C67EF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7DEF44C7-8ACB-7290-927E-AE09E2DE8A1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64852" y="0"/>
            <a:ext cx="11919001" cy="6896739"/>
          </a:xfrm>
        </p:spPr>
      </p:pic>
    </p:spTree>
    <p:extLst>
      <p:ext uri="{BB962C8B-B14F-4D97-AF65-F5344CB8AC3E}">
        <p14:creationId xmlns:p14="http://schemas.microsoft.com/office/powerpoint/2010/main" val="173134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4E8F9-64BF-A5BD-7AA8-AC9B842CE7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" name="Content Placeholder 8" descr="A list of items on a white paper&#10;&#10;AI-generated content may be incorrect.">
            <a:extLst>
              <a:ext uri="{FF2B5EF4-FFF2-40B4-BE49-F238E27FC236}">
                <a16:creationId xmlns:a16="http://schemas.microsoft.com/office/drawing/2014/main" id="{C33918DA-39E1-572B-7FA5-CB47E505741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00644" y="44554"/>
            <a:ext cx="9666513" cy="6813445"/>
          </a:xfrm>
        </p:spPr>
      </p:pic>
    </p:spTree>
    <p:extLst>
      <p:ext uri="{BB962C8B-B14F-4D97-AF65-F5344CB8AC3E}">
        <p14:creationId xmlns:p14="http://schemas.microsoft.com/office/powerpoint/2010/main" val="10536961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221C54-5551-114D-7617-64BA505FB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593C74F-6BA0-368D-7019-ABDA31F5C6A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27876" y="426698"/>
            <a:ext cx="7356927" cy="6431301"/>
          </a:xfrm>
        </p:spPr>
      </p:pic>
    </p:spTree>
    <p:extLst>
      <p:ext uri="{BB962C8B-B14F-4D97-AF65-F5344CB8AC3E}">
        <p14:creationId xmlns:p14="http://schemas.microsoft.com/office/powerpoint/2010/main" val="16265827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57E8B-2EC9-6258-C49A-6391CAB5F8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FB0A18D-AC1E-0702-FE94-590CDB4EB8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 rot="5400000">
            <a:off x="1058695" y="18789"/>
            <a:ext cx="7205905" cy="7171767"/>
          </a:xfrm>
        </p:spPr>
      </p:pic>
    </p:spTree>
    <p:extLst>
      <p:ext uri="{BB962C8B-B14F-4D97-AF65-F5344CB8AC3E}">
        <p14:creationId xmlns:p14="http://schemas.microsoft.com/office/powerpoint/2010/main" val="35795635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6109B-1843-8550-DA7A-3D7CA9F49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table with numbers and text&#10;&#10;AI-generated content may be incorrect.">
            <a:extLst>
              <a:ext uri="{FF2B5EF4-FFF2-40B4-BE49-F238E27FC236}">
                <a16:creationId xmlns:a16="http://schemas.microsoft.com/office/drawing/2014/main" id="{ADE7DF1C-90DE-DE05-3C8C-22EDF662CE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8485" y="558799"/>
            <a:ext cx="12526868" cy="5618163"/>
          </a:xfrm>
        </p:spPr>
      </p:pic>
    </p:spTree>
    <p:extLst>
      <p:ext uri="{BB962C8B-B14F-4D97-AF65-F5344CB8AC3E}">
        <p14:creationId xmlns:p14="http://schemas.microsoft.com/office/powerpoint/2010/main" val="42208301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58F4C-EC97-B3A0-F0EA-0A9713548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table with numbers and letters&#10;&#10;AI-generated content may be incorrect.">
            <a:extLst>
              <a:ext uri="{FF2B5EF4-FFF2-40B4-BE49-F238E27FC236}">
                <a16:creationId xmlns:a16="http://schemas.microsoft.com/office/drawing/2014/main" id="{06E40CCA-2DC2-F7CA-4045-234E5F0712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3398" y="1825625"/>
            <a:ext cx="8465203" cy="4351338"/>
          </a:xfrm>
        </p:spPr>
      </p:pic>
    </p:spTree>
    <p:extLst>
      <p:ext uri="{BB962C8B-B14F-4D97-AF65-F5344CB8AC3E}">
        <p14:creationId xmlns:p14="http://schemas.microsoft.com/office/powerpoint/2010/main" val="7641724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6E9E0-E55B-1E4E-A155-5EF531236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CB807A5-C4E4-57F2-1A19-2616BC5BA40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51964" y="1825625"/>
            <a:ext cx="5088072" cy="4351338"/>
          </a:xfrm>
        </p:spPr>
      </p:pic>
    </p:spTree>
    <p:extLst>
      <p:ext uri="{BB962C8B-B14F-4D97-AF65-F5344CB8AC3E}">
        <p14:creationId xmlns:p14="http://schemas.microsoft.com/office/powerpoint/2010/main" val="3798808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8E001C-45CE-9EA1-742D-DE1FDD3D2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table with numbers and letters&#10;&#10;AI-generated content may be incorrect.">
            <a:extLst>
              <a:ext uri="{FF2B5EF4-FFF2-40B4-BE49-F238E27FC236}">
                <a16:creationId xmlns:a16="http://schemas.microsoft.com/office/drawing/2014/main" id="{75BC73C7-3DDB-EB28-A533-E18790DA08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40560" y="1825625"/>
            <a:ext cx="6310880" cy="4351338"/>
          </a:xfrm>
        </p:spPr>
      </p:pic>
    </p:spTree>
    <p:extLst>
      <p:ext uri="{BB962C8B-B14F-4D97-AF65-F5344CB8AC3E}">
        <p14:creationId xmlns:p14="http://schemas.microsoft.com/office/powerpoint/2010/main" val="26515921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A7F9BF-CB79-59C9-B212-B2BA420FB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close-up of a number&#10;&#10;AI-generated content may be incorrect.">
            <a:extLst>
              <a:ext uri="{FF2B5EF4-FFF2-40B4-BE49-F238E27FC236}">
                <a16:creationId xmlns:a16="http://schemas.microsoft.com/office/drawing/2014/main" id="{FB62B0AA-265B-081E-324F-BC4B36E94A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07273" y="1825625"/>
            <a:ext cx="7977453" cy="4351338"/>
          </a:xfrm>
        </p:spPr>
      </p:pic>
    </p:spTree>
    <p:extLst>
      <p:ext uri="{BB962C8B-B14F-4D97-AF65-F5344CB8AC3E}">
        <p14:creationId xmlns:p14="http://schemas.microsoft.com/office/powerpoint/2010/main" val="19685078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3DE23-6EFF-BE7B-8ED6-EF6E75442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D2EC74-38DF-5E45-CEEF-E82D44D95C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table with numbers and letters&#10;&#10;AI-generated content may be incorrect.">
            <a:extLst>
              <a:ext uri="{FF2B5EF4-FFF2-40B4-BE49-F238E27FC236}">
                <a16:creationId xmlns:a16="http://schemas.microsoft.com/office/drawing/2014/main" id="{E3433C4A-3B87-31B9-85B0-A4E6CE8ABF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3398" y="1825625"/>
            <a:ext cx="8465203" cy="4351338"/>
          </a:xfrm>
        </p:spPr>
      </p:pic>
    </p:spTree>
    <p:extLst>
      <p:ext uri="{BB962C8B-B14F-4D97-AF65-F5344CB8AC3E}">
        <p14:creationId xmlns:p14="http://schemas.microsoft.com/office/powerpoint/2010/main" val="2758575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C0F83-610E-33CB-120B-EE32488A2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close-up of a grid&#10;&#10;AI-generated content may be incorrect.">
            <a:extLst>
              <a:ext uri="{FF2B5EF4-FFF2-40B4-BE49-F238E27FC236}">
                <a16:creationId xmlns:a16="http://schemas.microsoft.com/office/drawing/2014/main" id="{3E4C498E-ABA7-4991-D9DA-4E650AA8C8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55800" y="2235994"/>
            <a:ext cx="8280400" cy="3530600"/>
          </a:xfrm>
        </p:spPr>
      </p:pic>
    </p:spTree>
    <p:extLst>
      <p:ext uri="{BB962C8B-B14F-4D97-AF65-F5344CB8AC3E}">
        <p14:creationId xmlns:p14="http://schemas.microsoft.com/office/powerpoint/2010/main" val="23178026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D3EA8-5124-90D6-4E42-BA7223D4B6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A880A8AF-1B76-48BC-27B9-F80D6D330F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46254" y="1825625"/>
            <a:ext cx="5499492" cy="4351338"/>
          </a:xfrm>
        </p:spPr>
      </p:pic>
    </p:spTree>
    <p:extLst>
      <p:ext uri="{BB962C8B-B14F-4D97-AF65-F5344CB8AC3E}">
        <p14:creationId xmlns:p14="http://schemas.microsoft.com/office/powerpoint/2010/main" val="38411742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55D02-E44C-BABD-BFFE-53BC92651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close-up of a code&#10;&#10;AI-generated content may be incorrect.">
            <a:extLst>
              <a:ext uri="{FF2B5EF4-FFF2-40B4-BE49-F238E27FC236}">
                <a16:creationId xmlns:a16="http://schemas.microsoft.com/office/drawing/2014/main" id="{5B469B57-83CF-0EF3-296D-0F2B4970A9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66151" y="1825625"/>
            <a:ext cx="5459697" cy="4351338"/>
          </a:xfrm>
        </p:spPr>
      </p:pic>
    </p:spTree>
    <p:extLst>
      <p:ext uri="{BB962C8B-B14F-4D97-AF65-F5344CB8AC3E}">
        <p14:creationId xmlns:p14="http://schemas.microsoft.com/office/powerpoint/2010/main" val="38287384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6E9876-E7CC-9287-3BF8-96FF5C96A9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0DC7CAD4-AEC1-2D35-EB8C-860BBFD6346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64145" y="1825625"/>
            <a:ext cx="5463710" cy="4351338"/>
          </a:xfrm>
        </p:spPr>
      </p:pic>
    </p:spTree>
    <p:extLst>
      <p:ext uri="{BB962C8B-B14F-4D97-AF65-F5344CB8AC3E}">
        <p14:creationId xmlns:p14="http://schemas.microsoft.com/office/powerpoint/2010/main" val="24807870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F5053-9B78-ECE7-02EF-1D2A5AA06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D3EB13F-09A7-1757-5C09-F9FDBC0175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37291" y="1825625"/>
            <a:ext cx="5117418" cy="4351338"/>
          </a:xfrm>
        </p:spPr>
      </p:pic>
    </p:spTree>
    <p:extLst>
      <p:ext uri="{BB962C8B-B14F-4D97-AF65-F5344CB8AC3E}">
        <p14:creationId xmlns:p14="http://schemas.microsoft.com/office/powerpoint/2010/main" val="15360708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AA0EE2-5C4B-6F2F-972E-3CA0CA366D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close-up of a number&#10;&#10;AI-generated content may be incorrect.">
            <a:extLst>
              <a:ext uri="{FF2B5EF4-FFF2-40B4-BE49-F238E27FC236}">
                <a16:creationId xmlns:a16="http://schemas.microsoft.com/office/drawing/2014/main" id="{444E03D2-439A-0358-D9F1-05CDEB6847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85950" y="1943894"/>
            <a:ext cx="8420100" cy="4114800"/>
          </a:xfrm>
        </p:spPr>
      </p:pic>
    </p:spTree>
    <p:extLst>
      <p:ext uri="{BB962C8B-B14F-4D97-AF65-F5344CB8AC3E}">
        <p14:creationId xmlns:p14="http://schemas.microsoft.com/office/powerpoint/2010/main" val="17773748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DA6F1-BCCD-F120-A344-D91503E0B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number and numbers on a white background&#10;&#10;AI-generated content may be incorrect.">
            <a:extLst>
              <a:ext uri="{FF2B5EF4-FFF2-40B4-BE49-F238E27FC236}">
                <a16:creationId xmlns:a16="http://schemas.microsoft.com/office/drawing/2014/main" id="{19A0A2A8-29F8-6FE2-124A-8E7319901D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64647" y="1825625"/>
            <a:ext cx="5262706" cy="4351338"/>
          </a:xfrm>
        </p:spPr>
      </p:pic>
    </p:spTree>
    <p:extLst>
      <p:ext uri="{BB962C8B-B14F-4D97-AF65-F5344CB8AC3E}">
        <p14:creationId xmlns:p14="http://schemas.microsoft.com/office/powerpoint/2010/main" val="11337063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84944-150C-9A71-2023-8A040DCB9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close-up of a computer program&#10;&#10;AI-generated content may be incorrect.">
            <a:extLst>
              <a:ext uri="{FF2B5EF4-FFF2-40B4-BE49-F238E27FC236}">
                <a16:creationId xmlns:a16="http://schemas.microsoft.com/office/drawing/2014/main" id="{1F64CC02-830B-90CE-CCE9-86B51AAC56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18504" y="407060"/>
            <a:ext cx="9154992" cy="6043880"/>
          </a:xfrm>
        </p:spPr>
      </p:pic>
    </p:spTree>
    <p:extLst>
      <p:ext uri="{BB962C8B-B14F-4D97-AF65-F5344CB8AC3E}">
        <p14:creationId xmlns:p14="http://schemas.microsoft.com/office/powerpoint/2010/main" val="22580551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7B34A-F892-9BBA-A14D-B5ED307EC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close-up of a paper&#10;&#10;AI-generated content may be incorrect.">
            <a:extLst>
              <a:ext uri="{FF2B5EF4-FFF2-40B4-BE49-F238E27FC236}">
                <a16:creationId xmlns:a16="http://schemas.microsoft.com/office/drawing/2014/main" id="{0240241B-4CFE-340B-5DC2-D70FBCED15A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37490" y="-68242"/>
            <a:ext cx="6109958" cy="8129676"/>
          </a:xfrm>
        </p:spPr>
      </p:pic>
    </p:spTree>
    <p:extLst>
      <p:ext uri="{BB962C8B-B14F-4D97-AF65-F5344CB8AC3E}">
        <p14:creationId xmlns:p14="http://schemas.microsoft.com/office/powerpoint/2010/main" val="12899345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FF2A98-5796-28D7-20D5-B4D6A8EF4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close up of a document&#10;&#10;AI-generated content may be incorrect.">
            <a:extLst>
              <a:ext uri="{FF2B5EF4-FFF2-40B4-BE49-F238E27FC236}">
                <a16:creationId xmlns:a16="http://schemas.microsoft.com/office/drawing/2014/main" id="{7FD4A917-AFA8-B14D-47ED-F6AC3B80F7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33296" y="41469"/>
            <a:ext cx="6495393" cy="6835676"/>
          </a:xfrm>
        </p:spPr>
      </p:pic>
    </p:spTree>
    <p:extLst>
      <p:ext uri="{BB962C8B-B14F-4D97-AF65-F5344CB8AC3E}">
        <p14:creationId xmlns:p14="http://schemas.microsoft.com/office/powerpoint/2010/main" val="38790656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3FA26-89D5-F307-1D42-E5337CB7BB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close-up of a notebook&#10;&#10;AI-generated content may be incorrect.">
            <a:extLst>
              <a:ext uri="{FF2B5EF4-FFF2-40B4-BE49-F238E27FC236}">
                <a16:creationId xmlns:a16="http://schemas.microsoft.com/office/drawing/2014/main" id="{48E2F4F3-62C7-E878-99AC-DE272A8F55C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06567" y="-260612"/>
            <a:ext cx="6813672" cy="8322045"/>
          </a:xfrm>
        </p:spPr>
      </p:pic>
    </p:spTree>
    <p:extLst>
      <p:ext uri="{BB962C8B-B14F-4D97-AF65-F5344CB8AC3E}">
        <p14:creationId xmlns:p14="http://schemas.microsoft.com/office/powerpoint/2010/main" val="17587282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4417BA-2534-B001-7D86-5860F30E8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close-up of a list&#10;&#10;AI-generated content may be incorrect.">
            <a:extLst>
              <a:ext uri="{FF2B5EF4-FFF2-40B4-BE49-F238E27FC236}">
                <a16:creationId xmlns:a16="http://schemas.microsoft.com/office/drawing/2014/main" id="{318EB093-72D0-C64D-4F69-E165587B40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37489" y="22744"/>
            <a:ext cx="5888869" cy="7660317"/>
          </a:xfrm>
        </p:spPr>
      </p:pic>
    </p:spTree>
    <p:extLst>
      <p:ext uri="{BB962C8B-B14F-4D97-AF65-F5344CB8AC3E}">
        <p14:creationId xmlns:p14="http://schemas.microsoft.com/office/powerpoint/2010/main" val="29667206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1EEB19-BAE4-EB9C-B442-5013F756D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close-up of a paper&#10;&#10;AI-generated content may be incorrect.">
            <a:extLst>
              <a:ext uri="{FF2B5EF4-FFF2-40B4-BE49-F238E27FC236}">
                <a16:creationId xmlns:a16="http://schemas.microsoft.com/office/drawing/2014/main" id="{EBE22C18-1BAF-ECD2-3521-F3ADDFC3DD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71330" y="195369"/>
            <a:ext cx="6990385" cy="6297506"/>
          </a:xfrm>
        </p:spPr>
      </p:pic>
    </p:spTree>
    <p:extLst>
      <p:ext uri="{BB962C8B-B14F-4D97-AF65-F5344CB8AC3E}">
        <p14:creationId xmlns:p14="http://schemas.microsoft.com/office/powerpoint/2010/main" val="11187940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D61F7-4CC2-63E9-8A8F-0C4689AA1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close-up of a test&#10;&#10;AI-generated content may be incorrect.">
            <a:extLst>
              <a:ext uri="{FF2B5EF4-FFF2-40B4-BE49-F238E27FC236}">
                <a16:creationId xmlns:a16="http://schemas.microsoft.com/office/drawing/2014/main" id="{04EF9324-927C-D668-6C82-063708411B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47777" y="-4747"/>
            <a:ext cx="7772400" cy="7942928"/>
          </a:xfrm>
        </p:spPr>
      </p:pic>
    </p:spTree>
    <p:extLst>
      <p:ext uri="{BB962C8B-B14F-4D97-AF65-F5344CB8AC3E}">
        <p14:creationId xmlns:p14="http://schemas.microsoft.com/office/powerpoint/2010/main" val="10253139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9AF86B-6768-F5CD-7249-6F260962BC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close-up of a paper&#10;&#10;AI-generated content may be incorrect.">
            <a:extLst>
              <a:ext uri="{FF2B5EF4-FFF2-40B4-BE49-F238E27FC236}">
                <a16:creationId xmlns:a16="http://schemas.microsoft.com/office/drawing/2014/main" id="{B72765B9-8B12-D725-1869-B6523F94213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94614" y="78668"/>
            <a:ext cx="7400260" cy="8279063"/>
          </a:xfrm>
        </p:spPr>
      </p:pic>
    </p:spTree>
    <p:extLst>
      <p:ext uri="{BB962C8B-B14F-4D97-AF65-F5344CB8AC3E}">
        <p14:creationId xmlns:p14="http://schemas.microsoft.com/office/powerpoint/2010/main" val="37559731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EB524-4445-72CE-9E08-51C6204D7B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close-up of a paper&#10;&#10;AI-generated content may be incorrect.">
            <a:extLst>
              <a:ext uri="{FF2B5EF4-FFF2-40B4-BE49-F238E27FC236}">
                <a16:creationId xmlns:a16="http://schemas.microsoft.com/office/drawing/2014/main" id="{B497E77B-3E8C-96BE-FF59-5CB2D67DFCB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69581" y="32795"/>
            <a:ext cx="8612372" cy="8026684"/>
          </a:xfrm>
        </p:spPr>
      </p:pic>
    </p:spTree>
    <p:extLst>
      <p:ext uri="{BB962C8B-B14F-4D97-AF65-F5344CB8AC3E}">
        <p14:creationId xmlns:p14="http://schemas.microsoft.com/office/powerpoint/2010/main" val="18000009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97600-1EAD-009A-8FC2-8A4142F81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Rough</a:t>
            </a:r>
          </a:p>
        </p:txBody>
      </p:sp>
      <p:pic>
        <p:nvPicPr>
          <p:cNvPr id="5" name="Content Placeholder 4" descr="A close-up of a notebook&#10;&#10;AI-generated content may be incorrect.">
            <a:extLst>
              <a:ext uri="{FF2B5EF4-FFF2-40B4-BE49-F238E27FC236}">
                <a16:creationId xmlns:a16="http://schemas.microsoft.com/office/drawing/2014/main" id="{A6D0F7B1-7B9F-B713-09A5-AB8B4C5A326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390706" y="0"/>
            <a:ext cx="6666613" cy="7825563"/>
          </a:xfrm>
        </p:spPr>
      </p:pic>
    </p:spTree>
    <p:extLst>
      <p:ext uri="{BB962C8B-B14F-4D97-AF65-F5344CB8AC3E}">
        <p14:creationId xmlns:p14="http://schemas.microsoft.com/office/powerpoint/2010/main" val="35344909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F3A21-C6BC-137F-58EA-972F1D1A1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Rough</a:t>
            </a:r>
          </a:p>
        </p:txBody>
      </p:sp>
      <p:pic>
        <p:nvPicPr>
          <p:cNvPr id="5" name="Content Placeholder 4" descr="A close-up of a paper&#10;&#10;AI-generated content may be incorrect.">
            <a:extLst>
              <a:ext uri="{FF2B5EF4-FFF2-40B4-BE49-F238E27FC236}">
                <a16:creationId xmlns:a16="http://schemas.microsoft.com/office/drawing/2014/main" id="{3994DB15-C4DD-DB90-4148-6DD6A8738FD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12465" y="-202922"/>
            <a:ext cx="6379535" cy="8016172"/>
          </a:xfrm>
        </p:spPr>
      </p:pic>
    </p:spTree>
    <p:extLst>
      <p:ext uri="{BB962C8B-B14F-4D97-AF65-F5344CB8AC3E}">
        <p14:creationId xmlns:p14="http://schemas.microsoft.com/office/powerpoint/2010/main" val="39856691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22941-28F7-077A-9F6D-55A4CFCF08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Rough</a:t>
            </a:r>
          </a:p>
        </p:txBody>
      </p:sp>
      <p:pic>
        <p:nvPicPr>
          <p:cNvPr id="5" name="Content Placeholder 4" descr="A close-up of a paper&#10;&#10;AI-generated content may be incorrect.">
            <a:extLst>
              <a:ext uri="{FF2B5EF4-FFF2-40B4-BE49-F238E27FC236}">
                <a16:creationId xmlns:a16="http://schemas.microsoft.com/office/drawing/2014/main" id="{76D1A8B9-E9F9-9A3F-2F59-31B4B40881A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080592" y="-138966"/>
            <a:ext cx="6890142" cy="7284045"/>
          </a:xfrm>
        </p:spPr>
      </p:pic>
    </p:spTree>
    <p:extLst>
      <p:ext uri="{BB962C8B-B14F-4D97-AF65-F5344CB8AC3E}">
        <p14:creationId xmlns:p14="http://schemas.microsoft.com/office/powerpoint/2010/main" val="213770741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B65E6-7448-B184-D2E6-73BD23AE8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table with numbers and letters&#10;&#10;AI-generated content may be incorrect.">
            <a:extLst>
              <a:ext uri="{FF2B5EF4-FFF2-40B4-BE49-F238E27FC236}">
                <a16:creationId xmlns:a16="http://schemas.microsoft.com/office/drawing/2014/main" id="{B0381D0F-1F36-F826-0D71-AC4CCDFB9A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268484" y="496926"/>
            <a:ext cx="7592885" cy="5864148"/>
          </a:xfrm>
        </p:spPr>
      </p:pic>
      <p:pic>
        <p:nvPicPr>
          <p:cNvPr id="7" name="Picture 6" descr="A text on a white background&#10;&#10;AI-generated content may be incorrect.">
            <a:extLst>
              <a:ext uri="{FF2B5EF4-FFF2-40B4-BE49-F238E27FC236}">
                <a16:creationId xmlns:a16="http://schemas.microsoft.com/office/drawing/2014/main" id="{17106EFA-3C81-FD85-3B81-6361AE7663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7552" y="934940"/>
            <a:ext cx="7187065" cy="2060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714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2F4F4-2AFB-677D-7184-7C2347CFB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D9406C-B2E8-6240-90CE-F396350FD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close up of a document&#10;&#10;AI-generated content may be incorrect.">
            <a:extLst>
              <a:ext uri="{FF2B5EF4-FFF2-40B4-BE49-F238E27FC236}">
                <a16:creationId xmlns:a16="http://schemas.microsoft.com/office/drawing/2014/main" id="{E21FB002-CD98-B002-E1E0-E257441D90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33296" y="41469"/>
            <a:ext cx="6495393" cy="6835676"/>
          </a:xfrm>
        </p:spPr>
      </p:pic>
    </p:spTree>
    <p:extLst>
      <p:ext uri="{BB962C8B-B14F-4D97-AF65-F5344CB8AC3E}">
        <p14:creationId xmlns:p14="http://schemas.microsoft.com/office/powerpoint/2010/main" val="18806510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D9CEF-9F4F-724F-AAFF-20C6FB46E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close-up of a paper&#10;&#10;AI-generated content may be incorrect.">
            <a:extLst>
              <a:ext uri="{FF2B5EF4-FFF2-40B4-BE49-F238E27FC236}">
                <a16:creationId xmlns:a16="http://schemas.microsoft.com/office/drawing/2014/main" id="{7CA41E35-3D9C-FA9A-7316-6A177DAC57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93195" y="-10291"/>
            <a:ext cx="4935557" cy="7325504"/>
          </a:xfrm>
        </p:spPr>
      </p:pic>
    </p:spTree>
    <p:extLst>
      <p:ext uri="{BB962C8B-B14F-4D97-AF65-F5344CB8AC3E}">
        <p14:creationId xmlns:p14="http://schemas.microsoft.com/office/powerpoint/2010/main" val="40238429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9BE9B1-443A-264F-0B39-7E73FCE72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close-up of a paper&#10;&#10;AI-generated content may be incorrect.">
            <a:extLst>
              <a:ext uri="{FF2B5EF4-FFF2-40B4-BE49-F238E27FC236}">
                <a16:creationId xmlns:a16="http://schemas.microsoft.com/office/drawing/2014/main" id="{2ADC0772-13ED-F015-222B-7FBF231407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83876" y="-8516"/>
            <a:ext cx="5374856" cy="7400834"/>
          </a:xfrm>
        </p:spPr>
      </p:pic>
    </p:spTree>
    <p:extLst>
      <p:ext uri="{BB962C8B-B14F-4D97-AF65-F5344CB8AC3E}">
        <p14:creationId xmlns:p14="http://schemas.microsoft.com/office/powerpoint/2010/main" val="70654338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8D4E8A-8D6C-5876-A540-C0D97AE3F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E1E570-D9FA-C05B-51DA-0D04F2F230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close up of a document&#10;&#10;AI-generated content may be incorrect.">
            <a:extLst>
              <a:ext uri="{FF2B5EF4-FFF2-40B4-BE49-F238E27FC236}">
                <a16:creationId xmlns:a16="http://schemas.microsoft.com/office/drawing/2014/main" id="{862DA613-12C4-CB5E-5AD2-18273033E4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33296" y="41469"/>
            <a:ext cx="6495393" cy="6835676"/>
          </a:xfrm>
        </p:spPr>
      </p:pic>
    </p:spTree>
    <p:extLst>
      <p:ext uri="{BB962C8B-B14F-4D97-AF65-F5344CB8AC3E}">
        <p14:creationId xmlns:p14="http://schemas.microsoft.com/office/powerpoint/2010/main" val="325102195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DCCDC7-BC21-39B1-8815-965F25D79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close-up of a notebook&#10;&#10;AI-generated content may be incorrect.">
            <a:extLst>
              <a:ext uri="{FF2B5EF4-FFF2-40B4-BE49-F238E27FC236}">
                <a16:creationId xmlns:a16="http://schemas.microsoft.com/office/drawing/2014/main" id="{C7ECAF68-56C6-C35A-3270-E1DA9772D2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43601" y="0"/>
            <a:ext cx="6248400" cy="7357908"/>
          </a:xfrm>
        </p:spPr>
      </p:pic>
    </p:spTree>
    <p:extLst>
      <p:ext uri="{BB962C8B-B14F-4D97-AF65-F5344CB8AC3E}">
        <p14:creationId xmlns:p14="http://schemas.microsoft.com/office/powerpoint/2010/main" val="30975711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7C4654-0C11-275F-8F21-6C3CC5B21E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Rough</a:t>
            </a:r>
          </a:p>
        </p:txBody>
      </p:sp>
      <p:pic>
        <p:nvPicPr>
          <p:cNvPr id="5" name="Content Placeholder 4" descr="A close-up of a notebook paper&#10;&#10;AI-generated content may be incorrect.">
            <a:extLst>
              <a:ext uri="{FF2B5EF4-FFF2-40B4-BE49-F238E27FC236}">
                <a16:creationId xmlns:a16="http://schemas.microsoft.com/office/drawing/2014/main" id="{F59D1D05-3A92-A89C-E28D-84025ACA66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580427" y="0"/>
            <a:ext cx="5611573" cy="7420262"/>
          </a:xfrm>
        </p:spPr>
      </p:pic>
    </p:spTree>
    <p:extLst>
      <p:ext uri="{BB962C8B-B14F-4D97-AF65-F5344CB8AC3E}">
        <p14:creationId xmlns:p14="http://schemas.microsoft.com/office/powerpoint/2010/main" val="249619231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AFAF3-9AD7-57BE-1162-EEC98F72F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Rough</a:t>
            </a:r>
          </a:p>
        </p:txBody>
      </p:sp>
      <p:pic>
        <p:nvPicPr>
          <p:cNvPr id="5" name="Content Placeholder 4" descr="A close-up of a notebook&#10;&#10;AI-generated content may be incorrect.">
            <a:extLst>
              <a:ext uri="{FF2B5EF4-FFF2-40B4-BE49-F238E27FC236}">
                <a16:creationId xmlns:a16="http://schemas.microsoft.com/office/drawing/2014/main" id="{3276837B-D141-0A6E-430E-D6F5E43768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877809" y="0"/>
            <a:ext cx="5314191" cy="7524520"/>
          </a:xfrm>
        </p:spPr>
      </p:pic>
    </p:spTree>
    <p:extLst>
      <p:ext uri="{BB962C8B-B14F-4D97-AF65-F5344CB8AC3E}">
        <p14:creationId xmlns:p14="http://schemas.microsoft.com/office/powerpoint/2010/main" val="4653043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935</TotalTime>
  <Words>7</Words>
  <Application>Microsoft Macintosh PowerPoint</Application>
  <PresentationFormat>Widescreen</PresentationFormat>
  <Paragraphs>7</Paragraphs>
  <Slides>38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Rough</vt:lpstr>
      <vt:lpstr>Rough</vt:lpstr>
      <vt:lpstr>Rough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Rough</vt:lpstr>
      <vt:lpstr>Rough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Saugat Niroula</dc:creator>
  <cp:lastModifiedBy>Saugat Niroula</cp:lastModifiedBy>
  <cp:revision>6</cp:revision>
  <dcterms:created xsi:type="dcterms:W3CDTF">2026-06-15T05:46:22Z</dcterms:created>
  <dcterms:modified xsi:type="dcterms:W3CDTF">2026-07-13T03:57:29Z</dcterms:modified>
</cp:coreProperties>
</file>