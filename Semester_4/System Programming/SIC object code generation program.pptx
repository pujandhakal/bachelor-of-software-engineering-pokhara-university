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71" r:id="rId2"/>
    <p:sldId id="273" r:id="rId3"/>
    <p:sldId id="274" r:id="rId4"/>
    <p:sldId id="291" r:id="rId5"/>
    <p:sldId id="295" r:id="rId6"/>
    <p:sldId id="316" r:id="rId7"/>
    <p:sldId id="317" r:id="rId8"/>
    <p:sldId id="318" r:id="rId9"/>
    <p:sldId id="326" r:id="rId10"/>
    <p:sldId id="319" r:id="rId11"/>
    <p:sldId id="328" r:id="rId12"/>
    <p:sldId id="320" r:id="rId13"/>
    <p:sldId id="321" r:id="rId14"/>
    <p:sldId id="322" r:id="rId15"/>
    <p:sldId id="323" r:id="rId16"/>
    <p:sldId id="324" r:id="rId17"/>
    <p:sldId id="325" r:id="rId18"/>
    <p:sldId id="32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56"/>
    <p:restoredTop sz="94631"/>
  </p:normalViewPr>
  <p:slideViewPr>
    <p:cSldViewPr snapToGrid="0">
      <p:cViewPr varScale="1">
        <p:scale>
          <a:sx n="126" d="100"/>
          <a:sy n="126" d="100"/>
        </p:scale>
        <p:origin x="22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C7DB95-45C1-2A48-8729-F9EF1A3AC78D}" type="datetimeFigureOut">
              <a:rPr lang="en-US" smtClean="0"/>
              <a:t>6/15/26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259154-53BD-C84E-9AA4-34569C267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685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B1D51F-2787-B646-9019-5F4B7E3F8DE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8117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B1D51F-2787-B646-9019-5F4B7E3F8DE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564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ABC11-1ECD-A67A-EAA7-C8B06C5963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81E8FC-6E64-1A62-782A-95CF7DE84B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901CC-BF27-F4D6-3FC8-21E4200BA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D340B-D510-374E-B33C-BF503B314372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D6FAF-F09A-4FFA-F378-ED5357FFB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6B5F9-45E7-243E-1387-EB0ACA40C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1EA3C-CF7C-6E47-9DF7-F3DDACBF6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480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47AEB-860F-A3CE-AA19-E8CA5B294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642DC-2E3A-C204-3E59-1B086AB14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3F229-6D2A-0B18-857F-A6B9473FE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D340B-D510-374E-B33C-BF503B314372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E46AE-729C-F212-D609-1A55F56CB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C3858-6240-8015-5AF5-09C6CBC6B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1EA3C-CF7C-6E47-9DF7-F3DDACBF6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778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00AD3-BD18-15C6-F6F4-9468155D0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333E08-8C99-C5E3-C358-0FD5B1356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112AB-6B9B-ABB4-FF11-60EFCFD4E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D340B-D510-374E-B33C-BF503B314372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A44F1-91AD-DED6-C361-FBA55DECE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85804-E926-B947-0E0D-B1B901DFA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1EA3C-CF7C-6E47-9DF7-F3DDACBF6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532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21CCF-4F1C-2C2F-564F-012E82679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743A8-5172-3500-5F8F-562C8ED58D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CC71AA-B7BE-08A4-251A-ADFC56F8CE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E373C-9EA1-D8E4-B0EF-B44F594D9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D340B-D510-374E-B33C-BF503B314372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2C27C5-9C6E-8892-2273-6B911F4B2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5548D0-FEA2-5EE6-6E05-7199966A0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1EA3C-CF7C-6E47-9DF7-F3DDACBF6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520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58A1C-E37C-A4B8-6EB5-7A3E42D48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A1DE0C-94E4-F3D3-826B-773DE24EB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F1F62C-0AB0-52E1-8804-00C080135F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F751CF-54FF-451E-E53E-8A993DC25D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E4F16B-1F47-6F08-D700-E053857140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7C80BF-88C3-32AA-EBFA-40B42AC33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D340B-D510-374E-B33C-BF503B314372}" type="datetimeFigureOut">
              <a:rPr lang="en-US" smtClean="0"/>
              <a:t>6/15/26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FFEB5D-66B5-E129-A4A9-408BC2B20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613563-64E0-933F-EDE4-41BAE280C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1EA3C-CF7C-6E47-9DF7-F3DDACBF6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078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775E4-4AB4-593F-82A8-FC744794A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55731C-87C0-B1FD-5BF5-AB45FF8AF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D340B-D510-374E-B33C-BF503B314372}" type="datetimeFigureOut">
              <a:rPr lang="en-US" smtClean="0"/>
              <a:t>6/15/26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F6C2E0-F803-27BC-BCB5-5B82848B8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24AD49-0300-1F4F-E57F-0C4104996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1EA3C-CF7C-6E47-9DF7-F3DDACBF6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688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A5C727-6A9E-CF3E-CFFF-8F1B7BAA3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D340B-D510-374E-B33C-BF503B314372}" type="datetimeFigureOut">
              <a:rPr lang="en-US" smtClean="0"/>
              <a:t>6/15/26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D86095-9E15-D487-77A3-F05C36F47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AF530-35E2-F6AB-BF18-056958478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1EA3C-CF7C-6E47-9DF7-F3DDACBF6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653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55AD8-3634-76C6-CF06-6C06FE84F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B3D7D-54A1-88D4-F19E-CE393D7D0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874D07-8DB7-B710-52B2-22EE9FB7B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FB01EA-72F6-54A1-813A-66982950E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D340B-D510-374E-B33C-BF503B314372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CDE56B-C0C0-7815-D402-BB9BE5B67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552CCC-391F-909A-3963-A0D5C07AA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1EA3C-CF7C-6E47-9DF7-F3DDACBF6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9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21DA1-33BB-3B44-92A0-FD03E1EAE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A79A2D-DA86-E062-7982-B773D817AC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2D81E6-EF44-57CB-2243-6F4B3305C8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3E8AAD-4802-5D74-0149-7E7DB5949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D340B-D510-374E-B33C-BF503B314372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7361F2-789D-8545-E3A0-449D8EC34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CF0E09-4467-BE19-5502-FDF331785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1EA3C-CF7C-6E47-9DF7-F3DDACBF6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954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6494C-6261-1528-B0D6-E7E449E0C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C0B7E1-7726-50F5-A139-EF18AB0D9F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51AAC-D2B0-AC6B-784E-9E5C869A7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D340B-D510-374E-B33C-BF503B314372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53688-BEB5-D9A5-E875-CD5367635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E2776-D8A1-2726-9565-5A8B2BDD2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1EA3C-CF7C-6E47-9DF7-F3DDACBF6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147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225028-A4C0-1BCA-B116-3C260A6B96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3A9142-022B-FD74-505B-A71C77CA5E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793D7-2B94-63F1-FFA9-6B1D81ED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D340B-D510-374E-B33C-BF503B314372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37F4D-8A4D-60FF-5E4D-F29906ABD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6B3EB-C2B0-C8D1-BD8E-FC1E1213D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1EA3C-CF7C-6E47-9DF7-F3DDACBF6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037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A70A09-E9EA-42D7-5BEF-FA56FAE8E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12CC5-535E-8BDB-C852-A56D41642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8C77F-2450-9309-FD94-753606347B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CD340B-D510-374E-B33C-BF503B314372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D45474-5AF9-FEC6-2FAD-A10226712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15B5D-C6FC-F422-A6CF-0AACAC3A0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11EA3C-CF7C-6E47-9DF7-F3DDACBF6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64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72DEA-AB9A-AD58-4634-C24EF1649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46802FB-3774-8D64-7F51-69CDCC7FAC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0"/>
            <a:ext cx="10856462" cy="7050957"/>
          </a:xfrm>
        </p:spPr>
      </p:pic>
    </p:spTree>
    <p:extLst>
      <p:ext uri="{BB962C8B-B14F-4D97-AF65-F5344CB8AC3E}">
        <p14:creationId xmlns:p14="http://schemas.microsoft.com/office/powerpoint/2010/main" val="1028686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E60FB-C278-F84B-2A10-05B15C67E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DEF44C7-8ACB-7290-927E-AE09E2DE8A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64852" y="0"/>
            <a:ext cx="11919001" cy="6896739"/>
          </a:xfrm>
        </p:spPr>
      </p:pic>
    </p:spTree>
    <p:extLst>
      <p:ext uri="{BB962C8B-B14F-4D97-AF65-F5344CB8AC3E}">
        <p14:creationId xmlns:p14="http://schemas.microsoft.com/office/powerpoint/2010/main" val="17313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4E8F9-64BF-A5BD-7AA8-AC9B842CE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 descr="A list of items on a white paper&#10;&#10;AI-generated content may be incorrect.">
            <a:extLst>
              <a:ext uri="{FF2B5EF4-FFF2-40B4-BE49-F238E27FC236}">
                <a16:creationId xmlns:a16="http://schemas.microsoft.com/office/drawing/2014/main" id="{C33918DA-39E1-572B-7FA5-CB47E50574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00644" y="44554"/>
            <a:ext cx="9666513" cy="6813445"/>
          </a:xfrm>
        </p:spPr>
      </p:pic>
    </p:spTree>
    <p:extLst>
      <p:ext uri="{BB962C8B-B14F-4D97-AF65-F5344CB8AC3E}">
        <p14:creationId xmlns:p14="http://schemas.microsoft.com/office/powerpoint/2010/main" val="1053696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21C54-5551-114D-7617-64BA505FB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593C74F-6BA0-368D-7019-ABDA31F5C6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7876" y="426698"/>
            <a:ext cx="7356927" cy="6431301"/>
          </a:xfrm>
        </p:spPr>
      </p:pic>
    </p:spTree>
    <p:extLst>
      <p:ext uri="{BB962C8B-B14F-4D97-AF65-F5344CB8AC3E}">
        <p14:creationId xmlns:p14="http://schemas.microsoft.com/office/powerpoint/2010/main" val="1626582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57E8B-2EC9-6258-C49A-6391CAB5F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B0A18D-AC1E-0702-FE94-590CDB4EB8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5400000">
            <a:off x="1058695" y="18789"/>
            <a:ext cx="7205905" cy="7171767"/>
          </a:xfrm>
        </p:spPr>
      </p:pic>
    </p:spTree>
    <p:extLst>
      <p:ext uri="{BB962C8B-B14F-4D97-AF65-F5344CB8AC3E}">
        <p14:creationId xmlns:p14="http://schemas.microsoft.com/office/powerpoint/2010/main" val="3579563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6109B-1843-8550-DA7A-3D7CA9F49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ADE7DF1C-90DE-DE05-3C8C-22EDF662CE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485" y="558799"/>
            <a:ext cx="12526868" cy="5618163"/>
          </a:xfrm>
        </p:spPr>
      </p:pic>
    </p:spTree>
    <p:extLst>
      <p:ext uri="{BB962C8B-B14F-4D97-AF65-F5344CB8AC3E}">
        <p14:creationId xmlns:p14="http://schemas.microsoft.com/office/powerpoint/2010/main" val="4220830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58F4C-EC97-B3A0-F0EA-0A9713548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06E40CCA-2DC2-F7CA-4045-234E5F0712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3398" y="1825625"/>
            <a:ext cx="8465203" cy="4351338"/>
          </a:xfrm>
        </p:spPr>
      </p:pic>
    </p:spTree>
    <p:extLst>
      <p:ext uri="{BB962C8B-B14F-4D97-AF65-F5344CB8AC3E}">
        <p14:creationId xmlns:p14="http://schemas.microsoft.com/office/powerpoint/2010/main" val="764172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6E9E0-E55B-1E4E-A155-5EF531236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CB807A5-C4E4-57F2-1A19-2616BC5BA4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51964" y="1825625"/>
            <a:ext cx="5088072" cy="4351338"/>
          </a:xfrm>
        </p:spPr>
      </p:pic>
    </p:spTree>
    <p:extLst>
      <p:ext uri="{BB962C8B-B14F-4D97-AF65-F5344CB8AC3E}">
        <p14:creationId xmlns:p14="http://schemas.microsoft.com/office/powerpoint/2010/main" val="379880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E001C-45CE-9EA1-742D-DE1FDD3D2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75BC73C7-3DDB-EB28-A533-E18790DA08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0560" y="1825625"/>
            <a:ext cx="6310880" cy="4351338"/>
          </a:xfrm>
        </p:spPr>
      </p:pic>
    </p:spTree>
    <p:extLst>
      <p:ext uri="{BB962C8B-B14F-4D97-AF65-F5344CB8AC3E}">
        <p14:creationId xmlns:p14="http://schemas.microsoft.com/office/powerpoint/2010/main" val="2651592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7F9BF-CB79-59C9-B212-B2BA420FB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lose-up of a number&#10;&#10;AI-generated content may be incorrect.">
            <a:extLst>
              <a:ext uri="{FF2B5EF4-FFF2-40B4-BE49-F238E27FC236}">
                <a16:creationId xmlns:a16="http://schemas.microsoft.com/office/drawing/2014/main" id="{FB62B0AA-265B-081E-324F-BC4B36E94A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7273" y="1825625"/>
            <a:ext cx="7977453" cy="4351338"/>
          </a:xfrm>
        </p:spPr>
      </p:pic>
    </p:spTree>
    <p:extLst>
      <p:ext uri="{BB962C8B-B14F-4D97-AF65-F5344CB8AC3E}">
        <p14:creationId xmlns:p14="http://schemas.microsoft.com/office/powerpoint/2010/main" val="1968507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3DE23-6EFF-BE7B-8ED6-EF6E75442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2EC74-38DF-5E45-CEEF-E82D44D95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E3433C4A-3B87-31B9-85B0-A4E6CE8ABF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3398" y="1825625"/>
            <a:ext cx="8465203" cy="4351338"/>
          </a:xfrm>
        </p:spPr>
      </p:pic>
    </p:spTree>
    <p:extLst>
      <p:ext uri="{BB962C8B-B14F-4D97-AF65-F5344CB8AC3E}">
        <p14:creationId xmlns:p14="http://schemas.microsoft.com/office/powerpoint/2010/main" val="275857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C0F83-610E-33CB-120B-EE32488A2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lose-up of a grid&#10;&#10;AI-generated content may be incorrect.">
            <a:extLst>
              <a:ext uri="{FF2B5EF4-FFF2-40B4-BE49-F238E27FC236}">
                <a16:creationId xmlns:a16="http://schemas.microsoft.com/office/drawing/2014/main" id="{3E4C498E-ABA7-4991-D9DA-4E650AA8C8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5800" y="2235994"/>
            <a:ext cx="8280400" cy="3530600"/>
          </a:xfrm>
        </p:spPr>
      </p:pic>
    </p:spTree>
    <p:extLst>
      <p:ext uri="{BB962C8B-B14F-4D97-AF65-F5344CB8AC3E}">
        <p14:creationId xmlns:p14="http://schemas.microsoft.com/office/powerpoint/2010/main" val="2317802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D3EA8-5124-90D6-4E42-BA7223D4B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A880A8AF-1B76-48BC-27B9-F80D6D330F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46254" y="1825625"/>
            <a:ext cx="5499492" cy="4351338"/>
          </a:xfrm>
        </p:spPr>
      </p:pic>
    </p:spTree>
    <p:extLst>
      <p:ext uri="{BB962C8B-B14F-4D97-AF65-F5344CB8AC3E}">
        <p14:creationId xmlns:p14="http://schemas.microsoft.com/office/powerpoint/2010/main" val="3841174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55D02-E44C-BABD-BFFE-53BC92651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lose-up of a code&#10;&#10;AI-generated content may be incorrect.">
            <a:extLst>
              <a:ext uri="{FF2B5EF4-FFF2-40B4-BE49-F238E27FC236}">
                <a16:creationId xmlns:a16="http://schemas.microsoft.com/office/drawing/2014/main" id="{5B469B57-83CF-0EF3-296D-0F2B4970A9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66151" y="1825625"/>
            <a:ext cx="5459697" cy="4351338"/>
          </a:xfrm>
        </p:spPr>
      </p:pic>
    </p:spTree>
    <p:extLst>
      <p:ext uri="{BB962C8B-B14F-4D97-AF65-F5344CB8AC3E}">
        <p14:creationId xmlns:p14="http://schemas.microsoft.com/office/powerpoint/2010/main" val="38287384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E9876-E7CC-9287-3BF8-96FF5C96A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0DC7CAD4-AEC1-2D35-EB8C-860BBFD634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64145" y="1825625"/>
            <a:ext cx="5463710" cy="4351338"/>
          </a:xfrm>
        </p:spPr>
      </p:pic>
    </p:spTree>
    <p:extLst>
      <p:ext uri="{BB962C8B-B14F-4D97-AF65-F5344CB8AC3E}">
        <p14:creationId xmlns:p14="http://schemas.microsoft.com/office/powerpoint/2010/main" val="24807870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F5053-9B78-ECE7-02EF-1D2A5AA06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D3EB13F-09A7-1757-5C09-F9FDBC0175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37291" y="1825625"/>
            <a:ext cx="5117418" cy="4351338"/>
          </a:xfrm>
        </p:spPr>
      </p:pic>
    </p:spTree>
    <p:extLst>
      <p:ext uri="{BB962C8B-B14F-4D97-AF65-F5344CB8AC3E}">
        <p14:creationId xmlns:p14="http://schemas.microsoft.com/office/powerpoint/2010/main" val="15360708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A0EE2-5C4B-6F2F-972E-3CA0CA366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lose-up of a number&#10;&#10;AI-generated content may be incorrect.">
            <a:extLst>
              <a:ext uri="{FF2B5EF4-FFF2-40B4-BE49-F238E27FC236}">
                <a16:creationId xmlns:a16="http://schemas.microsoft.com/office/drawing/2014/main" id="{444E03D2-439A-0358-D9F1-05CDEB6847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5950" y="1943894"/>
            <a:ext cx="8420100" cy="4114800"/>
          </a:xfrm>
        </p:spPr>
      </p:pic>
    </p:spTree>
    <p:extLst>
      <p:ext uri="{BB962C8B-B14F-4D97-AF65-F5344CB8AC3E}">
        <p14:creationId xmlns:p14="http://schemas.microsoft.com/office/powerpoint/2010/main" val="17773748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DA6F1-BCCD-F120-A344-D91503E0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number and numbers on a white background&#10;&#10;AI-generated content may be incorrect.">
            <a:extLst>
              <a:ext uri="{FF2B5EF4-FFF2-40B4-BE49-F238E27FC236}">
                <a16:creationId xmlns:a16="http://schemas.microsoft.com/office/drawing/2014/main" id="{19A0A2A8-29F8-6FE2-124A-8E7319901D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64647" y="1825625"/>
            <a:ext cx="5262706" cy="4351338"/>
          </a:xfrm>
        </p:spPr>
      </p:pic>
    </p:spTree>
    <p:extLst>
      <p:ext uri="{BB962C8B-B14F-4D97-AF65-F5344CB8AC3E}">
        <p14:creationId xmlns:p14="http://schemas.microsoft.com/office/powerpoint/2010/main" val="1133706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</Words>
  <Application>Microsoft Macintosh PowerPoint</Application>
  <PresentationFormat>Widescreen</PresentationFormat>
  <Paragraphs>2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Saugat Niroula</dc:creator>
  <cp:lastModifiedBy>Saugat Niroula</cp:lastModifiedBy>
  <cp:revision>1</cp:revision>
  <dcterms:created xsi:type="dcterms:W3CDTF">2026-06-15T05:46:22Z</dcterms:created>
  <dcterms:modified xsi:type="dcterms:W3CDTF">2026-06-15T05:51:55Z</dcterms:modified>
</cp:coreProperties>
</file>