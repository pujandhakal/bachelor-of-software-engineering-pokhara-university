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0" r:id="rId3"/>
    <p:sldId id="295" r:id="rId4"/>
    <p:sldId id="413" r:id="rId5"/>
    <p:sldId id="412" r:id="rId6"/>
    <p:sldId id="414" r:id="rId7"/>
    <p:sldId id="415" r:id="rId8"/>
    <p:sldId id="416" r:id="rId9"/>
    <p:sldId id="417" r:id="rId10"/>
    <p:sldId id="418" r:id="rId11"/>
    <p:sldId id="419" r:id="rId12"/>
    <p:sldId id="420" r:id="rId13"/>
    <p:sldId id="421" r:id="rId14"/>
    <p:sldId id="422" r:id="rId15"/>
    <p:sldId id="423" r:id="rId16"/>
    <p:sldId id="271" r:id="rId17"/>
    <p:sldId id="259"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19" autoAdjust="0"/>
    <p:restoredTop sz="94660"/>
  </p:normalViewPr>
  <p:slideViewPr>
    <p:cSldViewPr showGuides="1">
      <p:cViewPr varScale="1">
        <p:scale>
          <a:sx n="82" d="100"/>
          <a:sy n="82" d="100"/>
        </p:scale>
        <p:origin x="211" y="58"/>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96" d="100"/>
          <a:sy n="96" d="100"/>
        </p:scale>
        <p:origin x="-360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5F88E8-A384-43EF-AD47-7131EA31A48D}" type="datetimeFigureOut">
              <a:rPr lang="de-DE" smtClean="0"/>
              <a:pPr/>
              <a:t>05.01.2026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D75B27-EA39-4F13-BC45-9C0ECB6C1EEB}" type="slidenum">
              <a:rPr lang="de-DE" smtClean="0"/>
              <a:pPr/>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a:t>
            </a:fld>
            <a:endParaRPr lang="de-DE"/>
          </a:p>
        </p:txBody>
      </p:sp>
    </p:spTree>
    <p:extLst>
      <p:ext uri="{BB962C8B-B14F-4D97-AF65-F5344CB8AC3E}">
        <p14:creationId xmlns:p14="http://schemas.microsoft.com/office/powerpoint/2010/main" val="3508979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a:t>
            </a:fld>
            <a:endParaRPr lang="de-DE"/>
          </a:p>
        </p:txBody>
      </p:sp>
    </p:spTree>
    <p:extLst>
      <p:ext uri="{BB962C8B-B14F-4D97-AF65-F5344CB8AC3E}">
        <p14:creationId xmlns:p14="http://schemas.microsoft.com/office/powerpoint/2010/main" val="2521125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4</a:t>
            </a:fld>
            <a:endParaRPr lang="de-DE"/>
          </a:p>
        </p:txBody>
      </p:sp>
    </p:spTree>
    <p:extLst>
      <p:ext uri="{BB962C8B-B14F-4D97-AF65-F5344CB8AC3E}">
        <p14:creationId xmlns:p14="http://schemas.microsoft.com/office/powerpoint/2010/main" val="3370889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5</a:t>
            </a:fld>
            <a:endParaRPr lang="de-DE"/>
          </a:p>
        </p:txBody>
      </p:sp>
    </p:spTree>
    <p:extLst>
      <p:ext uri="{BB962C8B-B14F-4D97-AF65-F5344CB8AC3E}">
        <p14:creationId xmlns:p14="http://schemas.microsoft.com/office/powerpoint/2010/main" val="219890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6</a:t>
            </a:fld>
            <a:endParaRPr lang="de-DE"/>
          </a:p>
        </p:txBody>
      </p:sp>
    </p:spTree>
    <p:extLst>
      <p:ext uri="{BB962C8B-B14F-4D97-AF65-F5344CB8AC3E}">
        <p14:creationId xmlns:p14="http://schemas.microsoft.com/office/powerpoint/2010/main" val="1857442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7</a:t>
            </a:fld>
            <a:endParaRPr lang="de-DE"/>
          </a:p>
        </p:txBody>
      </p:sp>
    </p:spTree>
    <p:extLst>
      <p:ext uri="{BB962C8B-B14F-4D97-AF65-F5344CB8AC3E}">
        <p14:creationId xmlns:p14="http://schemas.microsoft.com/office/powerpoint/2010/main" val="3852979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8</a:t>
            </a:fld>
            <a:endParaRPr lang="de-DE"/>
          </a:p>
        </p:txBody>
      </p:sp>
    </p:spTree>
    <p:extLst>
      <p:ext uri="{BB962C8B-B14F-4D97-AF65-F5344CB8AC3E}">
        <p14:creationId xmlns:p14="http://schemas.microsoft.com/office/powerpoint/2010/main" val="38782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9</a:t>
            </a:fld>
            <a:endParaRPr lang="de-DE"/>
          </a:p>
        </p:txBody>
      </p:sp>
    </p:spTree>
    <p:extLst>
      <p:ext uri="{BB962C8B-B14F-4D97-AF65-F5344CB8AC3E}">
        <p14:creationId xmlns:p14="http://schemas.microsoft.com/office/powerpoint/2010/main" val="3768809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10</a:t>
            </a:fld>
            <a:endParaRPr lang="de-DE"/>
          </a:p>
        </p:txBody>
      </p:sp>
    </p:spTree>
    <p:extLst>
      <p:ext uri="{BB962C8B-B14F-4D97-AF65-F5344CB8AC3E}">
        <p14:creationId xmlns:p14="http://schemas.microsoft.com/office/powerpoint/2010/main" val="1151431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11</a:t>
            </a:fld>
            <a:endParaRPr lang="de-DE"/>
          </a:p>
        </p:txBody>
      </p:sp>
    </p:spTree>
    <p:extLst>
      <p:ext uri="{BB962C8B-B14F-4D97-AF65-F5344CB8AC3E}">
        <p14:creationId xmlns:p14="http://schemas.microsoft.com/office/powerpoint/2010/main" val="764899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12</a:t>
            </a:fld>
            <a:endParaRPr lang="de-DE"/>
          </a:p>
        </p:txBody>
      </p:sp>
    </p:spTree>
    <p:extLst>
      <p:ext uri="{BB962C8B-B14F-4D97-AF65-F5344CB8AC3E}">
        <p14:creationId xmlns:p14="http://schemas.microsoft.com/office/powerpoint/2010/main" val="2951885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13</a:t>
            </a:fld>
            <a:endParaRPr lang="de-DE"/>
          </a:p>
        </p:txBody>
      </p:sp>
    </p:spTree>
    <p:extLst>
      <p:ext uri="{BB962C8B-B14F-4D97-AF65-F5344CB8AC3E}">
        <p14:creationId xmlns:p14="http://schemas.microsoft.com/office/powerpoint/2010/main" val="3744414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14</a:t>
            </a:fld>
            <a:endParaRPr lang="de-DE"/>
          </a:p>
        </p:txBody>
      </p:sp>
    </p:spTree>
    <p:extLst>
      <p:ext uri="{BB962C8B-B14F-4D97-AF65-F5344CB8AC3E}">
        <p14:creationId xmlns:p14="http://schemas.microsoft.com/office/powerpoint/2010/main" val="485136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15</a:t>
            </a:fld>
            <a:endParaRPr lang="de-DE"/>
          </a:p>
        </p:txBody>
      </p:sp>
    </p:spTree>
    <p:extLst>
      <p:ext uri="{BB962C8B-B14F-4D97-AF65-F5344CB8AC3E}">
        <p14:creationId xmlns:p14="http://schemas.microsoft.com/office/powerpoint/2010/main" val="33244473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pic>
        <p:nvPicPr>
          <p:cNvPr id="5" name="Grafik 4" descr="lights_ppt_start.png"/>
          <p:cNvPicPr>
            <a:picLocks noChangeAspect="1"/>
          </p:cNvPicPr>
          <p:nvPr userDrawn="1"/>
        </p:nvPicPr>
        <p:blipFill>
          <a:blip r:embed="rId2" cstate="print"/>
          <a:stretch>
            <a:fillRect/>
          </a:stretch>
        </p:blipFill>
        <p:spPr>
          <a:xfrm>
            <a:off x="0" y="0"/>
            <a:ext cx="12192000" cy="6858000"/>
          </a:xfrm>
          <a:prstGeom prst="rect">
            <a:avLst/>
          </a:prstGeom>
        </p:spPr>
      </p:pic>
      <p:sp>
        <p:nvSpPr>
          <p:cNvPr id="7" name="Titel 1"/>
          <p:cNvSpPr>
            <a:spLocks noGrp="1"/>
          </p:cNvSpPr>
          <p:nvPr>
            <p:ph type="ctrTitle" hasCustomPrompt="1"/>
          </p:nvPr>
        </p:nvSpPr>
        <p:spPr>
          <a:xfrm>
            <a:off x="0" y="4437113"/>
            <a:ext cx="12192000" cy="821953"/>
          </a:xfrm>
        </p:spPr>
        <p:txBody>
          <a:bodyPr lIns="0" tIns="0" rIns="0" bIns="0" anchor="t" anchorCtr="0">
            <a:noAutofit/>
          </a:bodyPr>
          <a:lstStyle>
            <a:lvl1pPr>
              <a:defRPr sz="5400" b="0" spc="-150">
                <a:solidFill>
                  <a:schemeClr val="tx2"/>
                </a:solidFill>
                <a:effectLst>
                  <a:outerShdw dist="12700" dir="16200000" algn="t" rotWithShape="0">
                    <a:prstClr val="black">
                      <a:alpha val="40000"/>
                    </a:prstClr>
                  </a:outerShdw>
                </a:effectLst>
              </a:defRPr>
            </a:lvl1pPr>
          </a:lstStyle>
          <a:p>
            <a:r>
              <a:rPr lang="de-DE" dirty="0"/>
              <a:t>The </a:t>
            </a:r>
            <a:r>
              <a:rPr lang="de-DE" dirty="0" err="1"/>
              <a:t>Presentation</a:t>
            </a:r>
            <a:r>
              <a:rPr lang="de-DE" dirty="0"/>
              <a:t> Title</a:t>
            </a:r>
          </a:p>
        </p:txBody>
      </p:sp>
      <p:sp>
        <p:nvSpPr>
          <p:cNvPr id="9" name="Untertitel 2"/>
          <p:cNvSpPr>
            <a:spLocks noGrp="1"/>
          </p:cNvSpPr>
          <p:nvPr>
            <p:ph type="subTitle" idx="1" hasCustomPrompt="1"/>
          </p:nvPr>
        </p:nvSpPr>
        <p:spPr>
          <a:xfrm>
            <a:off x="0" y="5187057"/>
            <a:ext cx="12192000" cy="576064"/>
          </a:xfrm>
        </p:spPr>
        <p:txBody>
          <a:bodyPr>
            <a:normAutofit/>
          </a:bodyPr>
          <a:lstStyle>
            <a:lvl1pPr marL="0" indent="0" algn="ctr">
              <a:buNone/>
              <a:defRPr sz="1800" i="1">
                <a:solidFill>
                  <a:schemeClr val="accent2"/>
                </a:soli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Date</a:t>
            </a:r>
            <a:endParaRPr lang="de-DE" dirty="0"/>
          </a:p>
        </p:txBody>
      </p:sp>
      <p:pic>
        <p:nvPicPr>
          <p:cNvPr id="11" name="Grafik 10" descr="arrow_next.png">
            <a:hlinkClick r:id="" action="ppaction://hlinkshowjump?jump=nextslide"/>
          </p:cNvPr>
          <p:cNvPicPr>
            <a:picLocks noChangeAspect="1"/>
          </p:cNvPicPr>
          <p:nvPr userDrawn="1"/>
        </p:nvPicPr>
        <p:blipFill>
          <a:blip r:embed="rId3" cstate="print"/>
          <a:stretch>
            <a:fillRect/>
          </a:stretch>
        </p:blipFill>
        <p:spPr>
          <a:xfrm>
            <a:off x="11228255" y="6191789"/>
            <a:ext cx="469900" cy="352425"/>
          </a:xfrm>
          <a:prstGeom prst="rect">
            <a:avLst/>
          </a:prstGeom>
        </p:spPr>
      </p:pic>
      <p:sp>
        <p:nvSpPr>
          <p:cNvPr id="13" name="Inhaltsplatzhalter 2"/>
          <p:cNvSpPr>
            <a:spLocks noGrp="1"/>
          </p:cNvSpPr>
          <p:nvPr>
            <p:ph idx="10" hasCustomPrompt="1"/>
          </p:nvPr>
        </p:nvSpPr>
        <p:spPr>
          <a:xfrm>
            <a:off x="719403" y="620688"/>
            <a:ext cx="10753195" cy="2304256"/>
          </a:xfrm>
        </p:spPr>
        <p:txBody>
          <a:bodyPr wrap="square" lIns="0" tIns="0" rIns="0" bIns="0" numCol="1" anchor="ctr" anchorCtr="0">
            <a:noAutofit/>
          </a:bodyPr>
          <a:lstStyle>
            <a:lvl1pPr marL="0" indent="-180000" algn="ctr">
              <a:lnSpc>
                <a:spcPct val="100000"/>
              </a:lnSpc>
              <a:spcBef>
                <a:spcPts val="100"/>
              </a:spcBef>
              <a:buFont typeface="Arial" pitchFamily="34" charset="0"/>
              <a:buNone/>
              <a:defRPr lang="de-DE" sz="4000" b="1" dirty="0">
                <a:solidFill>
                  <a:schemeClr val="accent1"/>
                </a:solidFill>
              </a:defRPr>
            </a:lvl1pPr>
          </a:lstStyle>
          <a:p>
            <a:pPr lvl="0"/>
            <a:r>
              <a:rPr lang="de-DE" dirty="0" err="1"/>
              <a:t>Your</a:t>
            </a:r>
            <a:r>
              <a:rPr lang="de-DE" dirty="0"/>
              <a:t> Logo </a:t>
            </a:r>
            <a:r>
              <a:rPr lang="de-DE" dirty="0" err="1"/>
              <a:t>or</a:t>
            </a:r>
            <a:r>
              <a:rPr lang="de-DE" dirty="0"/>
              <a:t> Company Name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Inhaltsplatzhalter 2"/>
          <p:cNvSpPr>
            <a:spLocks noGrp="1"/>
          </p:cNvSpPr>
          <p:nvPr>
            <p:ph idx="13" hasCustomPrompt="1"/>
          </p:nvPr>
        </p:nvSpPr>
        <p:spPr>
          <a:xfrm>
            <a:off x="6672064"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4" name="Grafik 23"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5" name="Grafik 24"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17CDB903-31BF-870B-0AFD-3C4F2BEC52F6}"/>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4F82ADD7-B33F-A479-D28E-987732E81A62}"/>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47F82A50-18B8-892F-10BD-5E578EAC9442}"/>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6BBF0FE4-B8A2-FA82-1C84-49AEE592301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_2">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4" y="1556792"/>
            <a:ext cx="10561173" cy="1872208"/>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Inhaltsplatzhalter 2"/>
          <p:cNvSpPr>
            <a:spLocks noGrp="1"/>
          </p:cNvSpPr>
          <p:nvPr>
            <p:ph idx="13" hasCustomPrompt="1"/>
          </p:nvPr>
        </p:nvSpPr>
        <p:spPr>
          <a:xfrm>
            <a:off x="815414" y="3717032"/>
            <a:ext cx="10561173" cy="180020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2" name="Grafik 21"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3" name="Grafik 22"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5071FD52-D2F1-253E-52E1-FD4165240DA1}"/>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26505E69-2BB7-6F99-AF66-A7ABBFC03F15}"/>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FD2380AE-6804-EF1E-F7D9-CB524288E624}"/>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5B06F30F-99E4-C74F-DD0A-4A22A813D17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3">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9" name="Bildplatzhalter 2" descr="Click For Your Pic"/>
          <p:cNvSpPr>
            <a:spLocks noGrp="1"/>
          </p:cNvSpPr>
          <p:nvPr>
            <p:ph type="pic" idx="13" hasCustomPrompt="1"/>
          </p:nvPr>
        </p:nvSpPr>
        <p:spPr>
          <a:xfrm>
            <a:off x="815413"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1" name="Bildplatzhalter 2" descr="Click For Your Pic"/>
          <p:cNvSpPr>
            <a:spLocks noGrp="1"/>
          </p:cNvSpPr>
          <p:nvPr>
            <p:ph type="pic" idx="14" hasCustomPrompt="1"/>
          </p:nvPr>
        </p:nvSpPr>
        <p:spPr>
          <a:xfrm>
            <a:off x="4511824"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2" name="Bildplatzhalter 2" descr="Click For Your Pic"/>
          <p:cNvSpPr>
            <a:spLocks noGrp="1"/>
          </p:cNvSpPr>
          <p:nvPr>
            <p:ph type="pic" idx="15" hasCustomPrompt="1"/>
          </p:nvPr>
        </p:nvSpPr>
        <p:spPr>
          <a:xfrm>
            <a:off x="8208235"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3" name="Inhaltsplatzhalter 2"/>
          <p:cNvSpPr>
            <a:spLocks noGrp="1"/>
          </p:cNvSpPr>
          <p:nvPr>
            <p:ph idx="16" hasCustomPrompt="1"/>
          </p:nvPr>
        </p:nvSpPr>
        <p:spPr>
          <a:xfrm>
            <a:off x="4511824"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24" name="Inhaltsplatzhalter 2"/>
          <p:cNvSpPr>
            <a:spLocks noGrp="1"/>
          </p:cNvSpPr>
          <p:nvPr>
            <p:ph idx="17" hasCustomPrompt="1"/>
          </p:nvPr>
        </p:nvSpPr>
        <p:spPr>
          <a:xfrm>
            <a:off x="8208235"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6" name="Grafik 25" descr="arrow_back.png">
            <a:hlinkClick r:id="" action="ppaction://hlinkshowjump?jump=previousslide"/>
          </p:cNvPr>
          <p:cNvPicPr>
            <a:picLocks noChangeAspect="1"/>
          </p:cNvPicPr>
          <p:nvPr userDrawn="1"/>
        </p:nvPicPr>
        <p:blipFill>
          <a:blip r:embed="rId4" cstate="print"/>
          <a:stretch>
            <a:fillRect/>
          </a:stretch>
        </p:blipFill>
        <p:spPr>
          <a:xfrm>
            <a:off x="10228781" y="6209233"/>
            <a:ext cx="469900" cy="352425"/>
          </a:xfrm>
          <a:prstGeom prst="rect">
            <a:avLst/>
          </a:prstGeom>
        </p:spPr>
      </p:pic>
      <p:pic>
        <p:nvPicPr>
          <p:cNvPr id="27" name="Grafik 26"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63C98A9B-3A53-7144-E746-A6E95A5AE5FE}"/>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246B43EE-567F-1629-657A-21737C297731}"/>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0A9304C1-D815-5A20-D440-833129FB0BD8}"/>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B4CA40D1-35DD-5147-AD5E-23851123B75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_4">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25" name="Inhaltsplatzhalter 2"/>
          <p:cNvSpPr>
            <a:spLocks noGrp="1"/>
          </p:cNvSpPr>
          <p:nvPr>
            <p:ph idx="20" hasCustomPrompt="1"/>
          </p:nvPr>
        </p:nvSpPr>
        <p:spPr>
          <a:xfrm>
            <a:off x="4559829" y="1700808"/>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27" name="Bildplatzhalter 2" descr="Click For Your Pic"/>
          <p:cNvSpPr>
            <a:spLocks noGrp="1"/>
          </p:cNvSpPr>
          <p:nvPr>
            <p:ph type="pic" idx="13" hasCustomPrompt="1"/>
          </p:nvPr>
        </p:nvSpPr>
        <p:spPr>
          <a:xfrm>
            <a:off x="815413"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8" name="Bildplatzhalter 2" descr="Click For Your Pic"/>
          <p:cNvSpPr>
            <a:spLocks noGrp="1"/>
          </p:cNvSpPr>
          <p:nvPr>
            <p:ph type="pic" idx="22" hasCustomPrompt="1"/>
          </p:nvPr>
        </p:nvSpPr>
        <p:spPr>
          <a:xfrm>
            <a:off x="815413" y="2924944"/>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9" name="Bildplatzhalter 2" descr="Click For Your Pic"/>
          <p:cNvSpPr>
            <a:spLocks noGrp="1"/>
          </p:cNvSpPr>
          <p:nvPr>
            <p:ph type="pic" idx="23" hasCustomPrompt="1"/>
          </p:nvPr>
        </p:nvSpPr>
        <p:spPr>
          <a:xfrm>
            <a:off x="815413" y="4221088"/>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30" name="Inhaltsplatzhalter 2"/>
          <p:cNvSpPr>
            <a:spLocks noGrp="1"/>
          </p:cNvSpPr>
          <p:nvPr>
            <p:ph idx="24" hasCustomPrompt="1"/>
          </p:nvPr>
        </p:nvSpPr>
        <p:spPr>
          <a:xfrm>
            <a:off x="4559829" y="2996952"/>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31" name="Inhaltsplatzhalter 2"/>
          <p:cNvSpPr>
            <a:spLocks noGrp="1"/>
          </p:cNvSpPr>
          <p:nvPr>
            <p:ph idx="25" hasCustomPrompt="1"/>
          </p:nvPr>
        </p:nvSpPr>
        <p:spPr>
          <a:xfrm>
            <a:off x="4559829" y="4293096"/>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1" name="Grafik 20"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2" name="Grafik 21"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64FA0949-25BF-34C9-6EB4-3CC77CC7EA22}"/>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C8E22099-7698-0E9F-4E97-D7EB03B5FDE4}"/>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AE93DDEA-97C7-A2CB-013E-BF00D52B49A6}"/>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ECB38F0F-D434-741C-B26C-82F03ACD79C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5">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Bildplatzhalter 2" descr="Click For Your Pic"/>
          <p:cNvSpPr>
            <a:spLocks noGrp="1"/>
          </p:cNvSpPr>
          <p:nvPr>
            <p:ph type="pic" idx="13" hasCustomPrompt="1"/>
          </p:nvPr>
        </p:nvSpPr>
        <p:spPr>
          <a:xfrm>
            <a:off x="6672064" y="1628800"/>
            <a:ext cx="4704523" cy="3384376"/>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20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pic>
        <p:nvPicPr>
          <p:cNvPr id="22" name="Grafik 21" descr="arrow_back.png">
            <a:hlinkClick r:id="" action="ppaction://hlinkshowjump?jump=previousslide"/>
          </p:cNvPr>
          <p:cNvPicPr>
            <a:picLocks noChangeAspect="1"/>
          </p:cNvPicPr>
          <p:nvPr userDrawn="1"/>
        </p:nvPicPr>
        <p:blipFill>
          <a:blip r:embed="rId4" cstate="print"/>
          <a:stretch>
            <a:fillRect/>
          </a:stretch>
        </p:blipFill>
        <p:spPr>
          <a:xfrm>
            <a:off x="10264510" y="6218314"/>
            <a:ext cx="469900" cy="352425"/>
          </a:xfrm>
          <a:prstGeom prst="rect">
            <a:avLst/>
          </a:prstGeom>
        </p:spPr>
      </p:pic>
      <p:pic>
        <p:nvPicPr>
          <p:cNvPr id="23" name="Grafik 22"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4" name="Group 3">
            <a:extLst>
              <a:ext uri="{FF2B5EF4-FFF2-40B4-BE49-F238E27FC236}">
                <a16:creationId xmlns:a16="http://schemas.microsoft.com/office/drawing/2014/main" id="{9E8AC236-0F34-6D2B-A71C-E4072B6284B0}"/>
              </a:ext>
            </a:extLst>
          </p:cNvPr>
          <p:cNvGrpSpPr/>
          <p:nvPr userDrawn="1"/>
        </p:nvGrpSpPr>
        <p:grpSpPr>
          <a:xfrm>
            <a:off x="323697" y="5737453"/>
            <a:ext cx="9633103" cy="983432"/>
            <a:chOff x="323697" y="5737453"/>
            <a:chExt cx="9633103" cy="983432"/>
          </a:xfrm>
        </p:grpSpPr>
        <p:sp>
          <p:nvSpPr>
            <p:cNvPr id="19" name="Fußzeilenplatzhalter 4"/>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20" name="Fußzeilenplatzhalter 4"/>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3" name="Picture 2">
              <a:extLst>
                <a:ext uri="{FF2B5EF4-FFF2-40B4-BE49-F238E27FC236}">
                  <a16:creationId xmlns:a16="http://schemas.microsoft.com/office/drawing/2014/main" id="{13ED4484-FC4E-B90F-3460-A3B1613EC1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8" name="Inhaltsplatzhalter 2"/>
          <p:cNvSpPr>
            <a:spLocks noGrp="1"/>
          </p:cNvSpPr>
          <p:nvPr>
            <p:ph idx="13" hasCustomPrompt="1"/>
          </p:nvPr>
        </p:nvSpPr>
        <p:spPr>
          <a:xfrm>
            <a:off x="6672064"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1" name="Bildplatzhalter 2" descr="Click For Your Pic"/>
          <p:cNvSpPr>
            <a:spLocks noGrp="1"/>
          </p:cNvSpPr>
          <p:nvPr>
            <p:ph type="pic" idx="14" hasCustomPrompt="1"/>
          </p:nvPr>
        </p:nvSpPr>
        <p:spPr>
          <a:xfrm>
            <a:off x="815413" y="1628800"/>
            <a:ext cx="4704523" cy="1800200"/>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20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12" name="Inhaltsplatzhalter 2"/>
          <p:cNvSpPr>
            <a:spLocks noGrp="1"/>
          </p:cNvSpPr>
          <p:nvPr>
            <p:ph idx="1" hasCustomPrompt="1"/>
          </p:nvPr>
        </p:nvSpPr>
        <p:spPr>
          <a:xfrm>
            <a:off x="815413" y="3717032"/>
            <a:ext cx="4704523" cy="180020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3" name="Grafik 22" descr="arrow_back.png">
            <a:hlinkClick r:id="" action="ppaction://hlinkshowjump?jump=previousslide"/>
          </p:cNvPr>
          <p:cNvPicPr>
            <a:picLocks noChangeAspect="1"/>
          </p:cNvPicPr>
          <p:nvPr userDrawn="1"/>
        </p:nvPicPr>
        <p:blipFill>
          <a:blip r:embed="rId4" cstate="print"/>
          <a:stretch>
            <a:fillRect/>
          </a:stretch>
        </p:blipFill>
        <p:spPr>
          <a:xfrm>
            <a:off x="10264510" y="6199306"/>
            <a:ext cx="469900" cy="352425"/>
          </a:xfrm>
          <a:prstGeom prst="rect">
            <a:avLst/>
          </a:prstGeom>
        </p:spPr>
      </p:pic>
      <p:pic>
        <p:nvPicPr>
          <p:cNvPr id="24" name="Grafik 23"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1D5FF1FC-ED78-4184-56E8-FB008544C1C1}"/>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F3AF1B90-D214-545D-4885-BD8E0D9ED428}"/>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746556FE-6CBB-695B-0B28-E1B93B1954A5}"/>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EEF66894-DD0D-2AA2-F63B-74FB98FE6A4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pic>
        <p:nvPicPr>
          <p:cNvPr id="5" name="Grafik 4" descr="lights_ppt_start.png"/>
          <p:cNvPicPr>
            <a:picLocks noChangeAspect="1"/>
          </p:cNvPicPr>
          <p:nvPr userDrawn="1"/>
        </p:nvPicPr>
        <p:blipFill>
          <a:blip r:embed="rId2" cstate="print"/>
          <a:stretch>
            <a:fillRect/>
          </a:stretch>
        </p:blipFill>
        <p:spPr>
          <a:xfrm>
            <a:off x="0" y="0"/>
            <a:ext cx="12192000" cy="6858000"/>
          </a:xfrm>
          <a:prstGeom prst="rect">
            <a:avLst/>
          </a:prstGeom>
        </p:spPr>
      </p:pic>
      <p:sp>
        <p:nvSpPr>
          <p:cNvPr id="7" name="Titel 1"/>
          <p:cNvSpPr>
            <a:spLocks noGrp="1"/>
          </p:cNvSpPr>
          <p:nvPr>
            <p:ph type="ctrTitle" hasCustomPrompt="1"/>
          </p:nvPr>
        </p:nvSpPr>
        <p:spPr>
          <a:xfrm>
            <a:off x="0" y="4437113"/>
            <a:ext cx="12192000" cy="821953"/>
          </a:xfrm>
        </p:spPr>
        <p:txBody>
          <a:bodyPr lIns="0" tIns="0" rIns="0" bIns="0" anchor="t" anchorCtr="0">
            <a:noAutofit/>
          </a:bodyPr>
          <a:lstStyle>
            <a:lvl1pPr>
              <a:defRPr sz="5400" b="0" spc="-150" baseline="0">
                <a:solidFill>
                  <a:schemeClr val="tx2"/>
                </a:solidFill>
                <a:effectLst>
                  <a:outerShdw dist="12700" dir="16200000" algn="t" rotWithShape="0">
                    <a:prstClr val="black">
                      <a:alpha val="40000"/>
                    </a:prstClr>
                  </a:outerShdw>
                </a:effectLst>
              </a:defRPr>
            </a:lvl1pPr>
          </a:lstStyle>
          <a:p>
            <a:r>
              <a:rPr lang="de-DE" dirty="0"/>
              <a:t>Thanks!</a:t>
            </a:r>
          </a:p>
        </p:txBody>
      </p:sp>
      <p:sp>
        <p:nvSpPr>
          <p:cNvPr id="9" name="Untertitel 2"/>
          <p:cNvSpPr>
            <a:spLocks noGrp="1"/>
          </p:cNvSpPr>
          <p:nvPr>
            <p:ph type="subTitle" idx="1" hasCustomPrompt="1"/>
          </p:nvPr>
        </p:nvSpPr>
        <p:spPr>
          <a:xfrm>
            <a:off x="0" y="5187057"/>
            <a:ext cx="12192000" cy="576064"/>
          </a:xfrm>
        </p:spPr>
        <p:txBody>
          <a:bodyPr>
            <a:normAutofit/>
          </a:bodyPr>
          <a:lstStyle>
            <a:lvl1pPr marL="0" indent="0" algn="ctr">
              <a:buNone/>
              <a:defRPr sz="1800" i="1">
                <a:solidFill>
                  <a:schemeClr val="accent2"/>
                </a:soli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Date</a:t>
            </a:r>
            <a:endParaRPr lang="de-DE" dirty="0"/>
          </a:p>
        </p:txBody>
      </p:sp>
      <p:pic>
        <p:nvPicPr>
          <p:cNvPr id="6" name="Grafik 5" descr="arrow_back.png">
            <a:hlinkClick r:id="" action="ppaction://hlinkshowjump?jump=previousslide"/>
          </p:cNvPr>
          <p:cNvPicPr>
            <a:picLocks noChangeAspect="1"/>
          </p:cNvPicPr>
          <p:nvPr userDrawn="1"/>
        </p:nvPicPr>
        <p:blipFill>
          <a:blip r:embed="rId3" cstate="print"/>
          <a:stretch>
            <a:fillRect/>
          </a:stretch>
        </p:blipFill>
        <p:spPr>
          <a:xfrm>
            <a:off x="10247595" y="6192394"/>
            <a:ext cx="469900" cy="352425"/>
          </a:xfrm>
          <a:prstGeom prst="rect">
            <a:avLst/>
          </a:prstGeom>
        </p:spPr>
      </p:pic>
      <p:pic>
        <p:nvPicPr>
          <p:cNvPr id="8" name="Grafik 7" descr="arrow_next.png">
            <a:hlinkClick r:id="" action="ppaction://hlinkshowjump?jump=endshow"/>
          </p:cNvPr>
          <p:cNvPicPr>
            <a:picLocks noChangeAspect="1"/>
          </p:cNvPicPr>
          <p:nvPr userDrawn="1"/>
        </p:nvPicPr>
        <p:blipFill>
          <a:blip r:embed="rId4" cstate="print"/>
          <a:stretch>
            <a:fillRect/>
          </a:stretch>
        </p:blipFill>
        <p:spPr>
          <a:xfrm>
            <a:off x="11228255" y="6191789"/>
            <a:ext cx="469900" cy="352425"/>
          </a:xfrm>
          <a:prstGeom prst="rect">
            <a:avLst/>
          </a:prstGeom>
        </p:spPr>
      </p:pic>
      <p:sp>
        <p:nvSpPr>
          <p:cNvPr id="10" name="Inhaltsplatzhalter 2"/>
          <p:cNvSpPr>
            <a:spLocks noGrp="1"/>
          </p:cNvSpPr>
          <p:nvPr>
            <p:ph idx="10" hasCustomPrompt="1"/>
          </p:nvPr>
        </p:nvSpPr>
        <p:spPr>
          <a:xfrm>
            <a:off x="719403" y="620688"/>
            <a:ext cx="10753195" cy="2304256"/>
          </a:xfrm>
        </p:spPr>
        <p:txBody>
          <a:bodyPr wrap="square" lIns="0" tIns="0" rIns="0" bIns="0" numCol="1" anchor="ctr" anchorCtr="0">
            <a:noAutofit/>
          </a:bodyPr>
          <a:lstStyle>
            <a:lvl1pPr marL="0" indent="-180000" algn="ctr">
              <a:lnSpc>
                <a:spcPct val="100000"/>
              </a:lnSpc>
              <a:spcBef>
                <a:spcPts val="100"/>
              </a:spcBef>
              <a:buFont typeface="Arial" pitchFamily="34" charset="0"/>
              <a:buNone/>
              <a:defRPr lang="de-DE" sz="4000" b="1" dirty="0">
                <a:solidFill>
                  <a:schemeClr val="accent1"/>
                </a:solidFill>
              </a:defRPr>
            </a:lvl1pPr>
          </a:lstStyle>
          <a:p>
            <a:pPr lvl="0"/>
            <a:r>
              <a:rPr lang="de-DE" dirty="0" err="1"/>
              <a:t>Your</a:t>
            </a:r>
            <a:r>
              <a:rPr lang="de-DE" dirty="0"/>
              <a:t> Logo </a:t>
            </a:r>
            <a:r>
              <a:rPr lang="de-DE" dirty="0" err="1"/>
              <a:t>or</a:t>
            </a:r>
            <a:r>
              <a:rPr lang="de-DE" dirty="0"/>
              <a:t> Company Name</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gi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25A2E9-89E1-4605-85B7-FCAC8D801E55}" type="datetime1">
              <a:rPr lang="de-DE" smtClean="0"/>
              <a:pPr/>
              <a:t>05.01.2026</a:t>
            </a:fld>
            <a:endParaRPr lang="de-DE"/>
          </a:p>
        </p:txBody>
      </p:sp>
      <p:sp>
        <p:nvSpPr>
          <p:cNvPr id="5" name="Fußzeilenplatzhalt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FE49DB-545E-46CA-A06F-217AEC04D591}" type="slidenum">
              <a:rPr lang="de-DE" smtClean="0"/>
              <a:pPr/>
              <a:t>‹#›</a:t>
            </a:fld>
            <a:endParaRPr lang="de-DE"/>
          </a:p>
        </p:txBody>
      </p:sp>
      <p:pic>
        <p:nvPicPr>
          <p:cNvPr id="7" name="Grafik 6" descr="light-001.gif"/>
          <p:cNvPicPr>
            <a:picLocks noChangeAspect="1"/>
          </p:cNvPicPr>
          <p:nvPr/>
        </p:nvPicPr>
        <p:blipFill>
          <a:blip r:embed="rId10" cstate="print"/>
          <a:stretch>
            <a:fillRect/>
          </a:stretch>
        </p:blipFill>
        <p:spPr>
          <a:xfrm>
            <a:off x="2" y="3107532"/>
            <a:ext cx="12191997" cy="3750467"/>
          </a:xfrm>
          <a:prstGeom prst="rect">
            <a:avLst/>
          </a:prstGeom>
        </p:spPr>
      </p:pic>
      <p:sp>
        <p:nvSpPr>
          <p:cNvPr id="10" name="Foliennummernplatzhalter 5"/>
          <p:cNvSpPr txBox="1">
            <a:spLocks/>
          </p:cNvSpPr>
          <p:nvPr userDrawn="1"/>
        </p:nvSpPr>
        <p:spPr>
          <a:xfrm>
            <a:off x="10416480" y="6221836"/>
            <a:ext cx="732565" cy="365125"/>
          </a:xfrm>
          <a:prstGeom prst="rect">
            <a:avLst/>
          </a:prstGeom>
        </p:spPr>
        <p:txBody>
          <a:bodyPr anchor="t" anchorCtr="0"/>
          <a:lstStyle>
            <a:lvl1pPr algn="l">
              <a:defRPr sz="1400" b="1">
                <a:solidFill>
                  <a:schemeClr val="accent5"/>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2FE49DB-545E-46CA-A06F-217AEC04D591}" type="slidenum">
              <a:rPr kumimoji="0" lang="de-DE" sz="1400" b="1" i="0" u="none" strike="noStrike" kern="1200" cap="none" spc="0" normalizeH="0" baseline="0" noProof="0" smtClean="0">
                <a:ln>
                  <a:noFill/>
                </a:ln>
                <a:solidFill>
                  <a:schemeClr val="accent5"/>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1400" b="1" i="0" u="none" strike="noStrike" kern="1200" cap="none" spc="0" normalizeH="0" baseline="0" noProof="0" dirty="0">
              <a:ln>
                <a:noFill/>
              </a:ln>
              <a:solidFill>
                <a:schemeClr val="accent5"/>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3" r:id="rId4"/>
    <p:sldLayoutId id="2147483665" r:id="rId5"/>
    <p:sldLayoutId id="2147483662" r:id="rId6"/>
    <p:sldLayoutId id="2147483666" r:id="rId7"/>
    <p:sldLayoutId id="2147483667" r:id="rId8"/>
  </p:sldLayoutIdLst>
  <p:transition>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 Type="http://schemas.openxmlformats.org/officeDocument/2006/relationships/image" Target="../media/image10.png"/><Relationship Id="rId21" Type="http://schemas.openxmlformats.org/officeDocument/2006/relationships/image" Target="../media/image28.png"/><Relationship Id="rId34" Type="http://schemas.openxmlformats.org/officeDocument/2006/relationships/image" Target="../media/image41.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2" Type="http://schemas.openxmlformats.org/officeDocument/2006/relationships/image" Target="../media/image9.png"/><Relationship Id="rId16" Type="http://schemas.openxmlformats.org/officeDocument/2006/relationships/image" Target="../media/image23.png"/><Relationship Id="rId20" Type="http://schemas.openxmlformats.org/officeDocument/2006/relationships/image" Target="../media/image27.png"/><Relationship Id="rId29"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37" Type="http://schemas.openxmlformats.org/officeDocument/2006/relationships/image" Target="../media/image44.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36" Type="http://schemas.openxmlformats.org/officeDocument/2006/relationships/image" Target="../media/image43.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DB67E-0A6A-B517-55E6-8E9B8B702138}"/>
              </a:ext>
            </a:extLst>
          </p:cNvPr>
          <p:cNvSpPr>
            <a:spLocks noGrp="1"/>
          </p:cNvSpPr>
          <p:nvPr>
            <p:ph idx="10"/>
          </p:nvPr>
        </p:nvSpPr>
        <p:spPr/>
        <p:txBody>
          <a:bodyPr/>
          <a:lstStyle/>
          <a:p>
            <a:r>
              <a:rPr lang="en-US" sz="6000" dirty="0"/>
              <a:t>Research Fundamentals</a:t>
            </a:r>
          </a:p>
          <a:p>
            <a:r>
              <a:rPr lang="en-US" sz="6600" dirty="0"/>
              <a:t>Unit – V: Report Writing [5 </a:t>
            </a:r>
            <a:r>
              <a:rPr lang="en-US" sz="6600" dirty="0" err="1"/>
              <a:t>hrs</a:t>
            </a:r>
            <a:r>
              <a:rPr lang="en-US" sz="6600" dirty="0"/>
              <a: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a:t>Unit V: </a:t>
            </a:r>
            <a:r>
              <a:rPr lang="de-DE" dirty="0"/>
              <a:t>Participants and Research Ethics </a:t>
            </a:r>
          </a:p>
        </p:txBody>
      </p:sp>
      <p:sp>
        <p:nvSpPr>
          <p:cNvPr id="13" name="Inhaltsplatzhalter 3"/>
          <p:cNvSpPr>
            <a:spLocks noGrp="1"/>
          </p:cNvSpPr>
          <p:nvPr>
            <p:ph idx="1"/>
          </p:nvPr>
        </p:nvSpPr>
        <p:spPr>
          <a:xfrm>
            <a:off x="815414" y="1340768"/>
            <a:ext cx="10033115" cy="3960440"/>
          </a:xfrm>
        </p:spPr>
        <p:txBody>
          <a:bodyPr/>
          <a:lstStyle/>
          <a:p>
            <a:pPr indent="0"/>
            <a:r>
              <a:rPr lang="de-DE" sz="2400" b="1" dirty="0"/>
              <a:t>Contents</a:t>
            </a:r>
            <a:r>
              <a:rPr lang="de-DE" sz="2400" dirty="0"/>
              <a:t>	</a:t>
            </a:r>
          </a:p>
          <a:p>
            <a:pPr marL="162900" indent="-342900">
              <a:buFont typeface="+mj-lt"/>
              <a:buAutoNum type="arabicPeriod"/>
            </a:pPr>
            <a:r>
              <a:rPr lang="de-DE" sz="2400" b="1" dirty="0"/>
              <a:t>What is a Research Report?</a:t>
            </a:r>
          </a:p>
          <a:p>
            <a:pPr marL="162900" indent="-342900">
              <a:buFont typeface="+mj-lt"/>
              <a:buAutoNum type="arabicPeriod"/>
            </a:pPr>
            <a:r>
              <a:rPr lang="de-DE" sz="2400" b="1" dirty="0"/>
              <a:t>Needs of Research Report</a:t>
            </a:r>
          </a:p>
          <a:p>
            <a:pPr marL="162900" indent="-342900">
              <a:buFont typeface="+mj-lt"/>
              <a:buAutoNum type="arabicPeriod"/>
            </a:pPr>
            <a:r>
              <a:rPr lang="de-DE" sz="2400" b="1" dirty="0"/>
              <a:t>Components of Research Report</a:t>
            </a:r>
          </a:p>
          <a:p>
            <a:pPr marL="162900" indent="-342900">
              <a:buFont typeface="+mj-lt"/>
              <a:buAutoNum type="arabicPeriod"/>
            </a:pPr>
            <a:r>
              <a:rPr lang="de-DE" sz="2400" b="1" dirty="0"/>
              <a:t>A case study on any research paper/report</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What is a Research Report?</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pPr marL="391500" indent="-571500">
              <a:buFont typeface="Arial" panose="020B0604020202020204" pitchFamily="34" charset="0"/>
              <a:buChar char="•"/>
            </a:pPr>
            <a:r>
              <a:rPr lang="en-US" sz="3600" dirty="0">
                <a:solidFill>
                  <a:schemeClr val="tx1"/>
                </a:solidFill>
              </a:rPr>
              <a:t>A research report is a formal document that presents the </a:t>
            </a:r>
            <a:r>
              <a:rPr lang="en-US" sz="3600" b="1" dirty="0">
                <a:solidFill>
                  <a:schemeClr val="tx1"/>
                </a:solidFill>
              </a:rPr>
              <a:t>processes, findings, and implications</a:t>
            </a:r>
            <a:r>
              <a:rPr lang="en-US" sz="3600" dirty="0">
                <a:solidFill>
                  <a:schemeClr val="tx1"/>
                </a:solidFill>
              </a:rPr>
              <a:t> of a systematic investigation. </a:t>
            </a:r>
          </a:p>
          <a:p>
            <a:pPr marL="391500" indent="-571500">
              <a:buFont typeface="Arial" panose="020B0604020202020204" pitchFamily="34" charset="0"/>
              <a:buChar char="•"/>
            </a:pPr>
            <a:r>
              <a:rPr lang="en-US" sz="3600" dirty="0">
                <a:solidFill>
                  <a:schemeClr val="tx1"/>
                </a:solidFill>
              </a:rPr>
              <a:t>It serves as a comprehensive record of your research journey, allowing others to understand your research question, how you investigated it, what you discovered, and what it all means.</a:t>
            </a:r>
          </a:p>
        </p:txBody>
      </p:sp>
    </p:spTree>
    <p:extLst>
      <p:ext uri="{BB962C8B-B14F-4D97-AF65-F5344CB8AC3E}">
        <p14:creationId xmlns:p14="http://schemas.microsoft.com/office/powerpoint/2010/main" val="421471387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What is a Research Report?</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r>
              <a:rPr lang="en-US" sz="2800" b="1" dirty="0">
                <a:solidFill>
                  <a:schemeClr val="tx1"/>
                </a:solidFill>
              </a:rPr>
              <a:t>Here are some key aspects of a research report:</a:t>
            </a:r>
          </a:p>
          <a:p>
            <a:pPr>
              <a:buFont typeface="Arial" panose="020B0604020202020204" pitchFamily="34" charset="0"/>
              <a:buChar char="•"/>
            </a:pPr>
            <a:r>
              <a:rPr lang="en-US" sz="2800" b="1" dirty="0">
                <a:solidFill>
                  <a:schemeClr val="tx1"/>
                </a:solidFill>
              </a:rPr>
              <a:t>Systematic Investigation:</a:t>
            </a:r>
            <a:r>
              <a:rPr lang="en-US" sz="2800" dirty="0">
                <a:solidFill>
                  <a:schemeClr val="tx1"/>
                </a:solidFill>
              </a:rPr>
              <a:t> It details a planned and rigorous exploration of a specific topic or research question.</a:t>
            </a:r>
          </a:p>
          <a:p>
            <a:pPr>
              <a:buFont typeface="Arial" panose="020B0604020202020204" pitchFamily="34" charset="0"/>
              <a:buChar char="•"/>
            </a:pPr>
            <a:r>
              <a:rPr lang="en-US" sz="2800" b="1" dirty="0">
                <a:solidFill>
                  <a:schemeClr val="tx1"/>
                </a:solidFill>
              </a:rPr>
              <a:t>Findings and Analysis:</a:t>
            </a:r>
            <a:r>
              <a:rPr lang="en-US" sz="2800" dirty="0">
                <a:solidFill>
                  <a:schemeClr val="tx1"/>
                </a:solidFill>
              </a:rPr>
              <a:t> It presents the data collected and the results of your analysis in a clear and </a:t>
            </a:r>
            <a:r>
              <a:rPr lang="en-US" sz="2800" dirty="0" err="1">
                <a:solidFill>
                  <a:schemeClr val="tx1"/>
                </a:solidFill>
              </a:rPr>
              <a:t>organised</a:t>
            </a:r>
            <a:r>
              <a:rPr lang="en-US" sz="2800" dirty="0">
                <a:solidFill>
                  <a:schemeClr val="tx1"/>
                </a:solidFill>
              </a:rPr>
              <a:t> manner.</a:t>
            </a:r>
          </a:p>
          <a:p>
            <a:pPr>
              <a:buFont typeface="Arial" panose="020B0604020202020204" pitchFamily="34" charset="0"/>
              <a:buChar char="•"/>
            </a:pPr>
            <a:r>
              <a:rPr lang="en-US" sz="2800" b="1" dirty="0">
                <a:solidFill>
                  <a:schemeClr val="tx1"/>
                </a:solidFill>
              </a:rPr>
              <a:t>Implications and Significance:</a:t>
            </a:r>
            <a:r>
              <a:rPr lang="en-US" sz="2800" dirty="0">
                <a:solidFill>
                  <a:schemeClr val="tx1"/>
                </a:solidFill>
              </a:rPr>
              <a:t> It discusses the meaning of your findings, their contribution to existing knowledge, and their potential applications.</a:t>
            </a:r>
          </a:p>
          <a:p>
            <a:pPr>
              <a:buFont typeface="Arial" panose="020B0604020202020204" pitchFamily="34" charset="0"/>
              <a:buChar char="•"/>
            </a:pPr>
            <a:r>
              <a:rPr lang="en-US" sz="2800" b="1" dirty="0">
                <a:solidFill>
                  <a:schemeClr val="tx1"/>
                </a:solidFill>
              </a:rPr>
              <a:t>Credibility and Transparency:</a:t>
            </a:r>
            <a:r>
              <a:rPr lang="en-US" sz="2800" dirty="0">
                <a:solidFill>
                  <a:schemeClr val="tx1"/>
                </a:solidFill>
              </a:rPr>
              <a:t> It outlines the research methodology used, allowing readers to evaluate the validity and reliability of your conclusions.</a:t>
            </a:r>
          </a:p>
        </p:txBody>
      </p:sp>
    </p:spTree>
    <p:extLst>
      <p:ext uri="{BB962C8B-B14F-4D97-AF65-F5344CB8AC3E}">
        <p14:creationId xmlns:p14="http://schemas.microsoft.com/office/powerpoint/2010/main" val="45677982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r>
              <a:rPr lang="en-US" sz="2600" b="1" dirty="0">
                <a:solidFill>
                  <a:schemeClr val="tx1"/>
                </a:solidFill>
              </a:rPr>
              <a:t>Research reports serve several important purposes:</a:t>
            </a:r>
          </a:p>
          <a:p>
            <a:r>
              <a:rPr lang="en-US" sz="2600" b="1" dirty="0">
                <a:solidFill>
                  <a:schemeClr val="tx1"/>
                </a:solidFill>
              </a:rPr>
              <a:t>1. Dissemination of Knowledge:</a:t>
            </a:r>
            <a:endParaRPr lang="en-US" sz="2600" dirty="0">
              <a:solidFill>
                <a:schemeClr val="tx1"/>
              </a:solidFill>
            </a:endParaRPr>
          </a:p>
          <a:p>
            <a:pPr>
              <a:buFont typeface="Arial" panose="020B0604020202020204" pitchFamily="34" charset="0"/>
              <a:buChar char="•"/>
            </a:pPr>
            <a:r>
              <a:rPr lang="en-US" sz="2600" dirty="0">
                <a:solidFill>
                  <a:schemeClr val="tx1"/>
                </a:solidFill>
              </a:rPr>
              <a:t>A research report acts as a platform to share the findings of your investigation with a wider audience. This could be the scientific community, policymakers, industry professionals, or the general public, depending on your research topic.</a:t>
            </a:r>
          </a:p>
          <a:p>
            <a:r>
              <a:rPr lang="en-US" sz="2600" b="1" dirty="0">
                <a:solidFill>
                  <a:schemeClr val="tx1"/>
                </a:solidFill>
              </a:rPr>
              <a:t>2. Communication and Transparency:</a:t>
            </a:r>
            <a:endParaRPr lang="en-US" sz="2600" dirty="0">
              <a:solidFill>
                <a:schemeClr val="tx1"/>
              </a:solidFill>
            </a:endParaRPr>
          </a:p>
          <a:p>
            <a:pPr>
              <a:buFont typeface="Arial" panose="020B0604020202020204" pitchFamily="34" charset="0"/>
              <a:buChar char="•"/>
            </a:pPr>
            <a:r>
              <a:rPr lang="en-US" sz="2600" dirty="0">
                <a:solidFill>
                  <a:schemeClr val="tx1"/>
                </a:solidFill>
              </a:rPr>
              <a:t>It allows you to clearly communicate your research process, including the methodology, data collection methods, and analysis techniques. This transparency allows others to understand and evaluate the validity of your findings.</a:t>
            </a:r>
          </a:p>
        </p:txBody>
      </p:sp>
    </p:spTree>
    <p:extLst>
      <p:ext uri="{BB962C8B-B14F-4D97-AF65-F5344CB8AC3E}">
        <p14:creationId xmlns:p14="http://schemas.microsoft.com/office/powerpoint/2010/main" val="30518815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r>
              <a:rPr lang="en-US" sz="2600" b="1" dirty="0">
                <a:solidFill>
                  <a:schemeClr val="tx1"/>
                </a:solidFill>
              </a:rPr>
              <a:t>Research reports serve several important purposes:</a:t>
            </a:r>
          </a:p>
          <a:p>
            <a:r>
              <a:rPr lang="en-US" sz="2600" b="1" dirty="0">
                <a:solidFill>
                  <a:schemeClr val="tx1"/>
                </a:solidFill>
              </a:rPr>
              <a:t>3. Building on Existing Knowledge:</a:t>
            </a:r>
            <a:endParaRPr lang="en-US" sz="2600" dirty="0">
              <a:solidFill>
                <a:schemeClr val="tx1"/>
              </a:solidFill>
            </a:endParaRPr>
          </a:p>
          <a:p>
            <a:pPr>
              <a:buFont typeface="Arial" panose="020B0604020202020204" pitchFamily="34" charset="0"/>
              <a:buChar char="•"/>
            </a:pPr>
            <a:r>
              <a:rPr lang="en-US" sz="2600" dirty="0">
                <a:solidFill>
                  <a:schemeClr val="tx1"/>
                </a:solidFill>
              </a:rPr>
              <a:t>Research reports contribute to the existing body of knowledge in a particular field. They can confirm or challenge existing theories, identify new research questions, and pave the way for future studies.</a:t>
            </a:r>
          </a:p>
          <a:p>
            <a:r>
              <a:rPr lang="en-US" sz="2600" b="1" dirty="0">
                <a:solidFill>
                  <a:schemeClr val="tx1"/>
                </a:solidFill>
              </a:rPr>
              <a:t>4. Informing Decisions:</a:t>
            </a:r>
            <a:endParaRPr lang="en-US" sz="2600" dirty="0">
              <a:solidFill>
                <a:schemeClr val="tx1"/>
              </a:solidFill>
            </a:endParaRPr>
          </a:p>
          <a:p>
            <a:pPr>
              <a:buFont typeface="Arial" panose="020B0604020202020204" pitchFamily="34" charset="0"/>
              <a:buChar char="•"/>
            </a:pPr>
            <a:r>
              <a:rPr lang="en-US" sz="2600" dirty="0">
                <a:solidFill>
                  <a:schemeClr val="tx1"/>
                </a:solidFill>
              </a:rPr>
              <a:t>Research reports can provide valuable data and insights that can be used to inform decisions in various sectors. This could be related to policy development, business strategies, product development, or social interventions.</a:t>
            </a:r>
          </a:p>
          <a:p>
            <a:r>
              <a:rPr lang="en-US" sz="2600" b="1" dirty="0">
                <a:solidFill>
                  <a:schemeClr val="tx1"/>
                </a:solidFill>
              </a:rPr>
              <a:t>Building Credibility:</a:t>
            </a:r>
            <a:endParaRPr lang="en-US" sz="2600" dirty="0">
              <a:solidFill>
                <a:schemeClr val="tx1"/>
              </a:solidFill>
            </a:endParaRPr>
          </a:p>
          <a:p>
            <a:pPr>
              <a:buFont typeface="Arial" panose="020B0604020202020204" pitchFamily="34" charset="0"/>
              <a:buChar char="•"/>
            </a:pPr>
            <a:r>
              <a:rPr lang="en-US" sz="2600" dirty="0">
                <a:solidFill>
                  <a:schemeClr val="tx1"/>
                </a:solidFill>
              </a:rPr>
              <a:t>A well-written research report can establish your credibility as a researcher. It demonstrates your expertise in the chosen field and your ability to conduct rigorous research.</a:t>
            </a:r>
          </a:p>
          <a:p>
            <a:r>
              <a:rPr lang="en-US" sz="2600" b="1" dirty="0">
                <a:solidFill>
                  <a:schemeClr val="tx1"/>
                </a:solidFill>
              </a:rPr>
              <a:t>Documentation and Archiving:</a:t>
            </a:r>
            <a:endParaRPr lang="en-US" sz="2600" dirty="0">
              <a:solidFill>
                <a:schemeClr val="tx1"/>
              </a:solidFill>
            </a:endParaRPr>
          </a:p>
          <a:p>
            <a:pPr>
              <a:buFont typeface="Arial" panose="020B0604020202020204" pitchFamily="34" charset="0"/>
              <a:buChar char="•"/>
            </a:pPr>
            <a:r>
              <a:rPr lang="en-US" sz="2600" dirty="0">
                <a:solidFill>
                  <a:schemeClr val="tx1"/>
                </a:solidFill>
              </a:rPr>
              <a:t>Research reports serve as a permanent record of your research project. They can be used for future reference by yourself or other researchers interested in the same topic.</a:t>
            </a:r>
          </a:p>
          <a:p>
            <a:r>
              <a:rPr lang="en-US" sz="2600" dirty="0">
                <a:solidFill>
                  <a:schemeClr val="tx1"/>
                </a:solidFill>
              </a:rPr>
              <a:t>Overall, research reports play a crucial role in advancing knowledge, fostering collaboration within research communities, and informing real-world decisions.</a:t>
            </a:r>
          </a:p>
        </p:txBody>
      </p:sp>
    </p:spTree>
    <p:extLst>
      <p:ext uri="{BB962C8B-B14F-4D97-AF65-F5344CB8AC3E}">
        <p14:creationId xmlns:p14="http://schemas.microsoft.com/office/powerpoint/2010/main" val="394645639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r>
              <a:rPr lang="en-US" sz="2600" b="1" dirty="0">
                <a:solidFill>
                  <a:schemeClr val="tx1"/>
                </a:solidFill>
              </a:rPr>
              <a:t>Research reports serve several important purposes:</a:t>
            </a:r>
          </a:p>
          <a:p>
            <a:r>
              <a:rPr lang="en-US" sz="2600" b="1" dirty="0">
                <a:solidFill>
                  <a:schemeClr val="tx1"/>
                </a:solidFill>
              </a:rPr>
              <a:t>5. Building Credibility:</a:t>
            </a:r>
            <a:endParaRPr lang="en-US" sz="2600" dirty="0">
              <a:solidFill>
                <a:schemeClr val="tx1"/>
              </a:solidFill>
            </a:endParaRPr>
          </a:p>
          <a:p>
            <a:pPr>
              <a:buFont typeface="Arial" panose="020B0604020202020204" pitchFamily="34" charset="0"/>
              <a:buChar char="•"/>
            </a:pPr>
            <a:r>
              <a:rPr lang="en-US" sz="2600" dirty="0">
                <a:solidFill>
                  <a:schemeClr val="tx1"/>
                </a:solidFill>
              </a:rPr>
              <a:t>A well-written research report can establish your credibility as a researcher. It demonstrates your expertise in the chosen field and your ability to conduct rigorous research.</a:t>
            </a:r>
          </a:p>
          <a:p>
            <a:r>
              <a:rPr lang="en-US" sz="2600" b="1" dirty="0">
                <a:solidFill>
                  <a:schemeClr val="tx1"/>
                </a:solidFill>
              </a:rPr>
              <a:t>6. Documentation and Archiving:</a:t>
            </a:r>
            <a:endParaRPr lang="en-US" sz="2600" dirty="0">
              <a:solidFill>
                <a:schemeClr val="tx1"/>
              </a:solidFill>
            </a:endParaRPr>
          </a:p>
          <a:p>
            <a:pPr>
              <a:buFont typeface="Arial" panose="020B0604020202020204" pitchFamily="34" charset="0"/>
              <a:buChar char="•"/>
            </a:pPr>
            <a:r>
              <a:rPr lang="en-US" sz="2600" dirty="0">
                <a:solidFill>
                  <a:schemeClr val="tx1"/>
                </a:solidFill>
              </a:rPr>
              <a:t>Research reports serve as a permanent record of your research project. They can be used for future reference by yourself or other researchers interested in the same topic.</a:t>
            </a:r>
          </a:p>
          <a:p>
            <a:r>
              <a:rPr lang="en-US" sz="2400" i="1" dirty="0">
                <a:solidFill>
                  <a:schemeClr val="tx1"/>
                </a:solidFill>
              </a:rPr>
              <a:t>Overall, research reports play a crucial role in advancing knowledge, fostering collaboration within research communities, and informing real-world decisions.</a:t>
            </a:r>
          </a:p>
        </p:txBody>
      </p:sp>
    </p:spTree>
    <p:extLst>
      <p:ext uri="{BB962C8B-B14F-4D97-AF65-F5344CB8AC3E}">
        <p14:creationId xmlns:p14="http://schemas.microsoft.com/office/powerpoint/2010/main" val="13019408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r>
              <a:rPr lang="en-US" sz="2500" b="1" dirty="0">
                <a:solidFill>
                  <a:schemeClr val="tx1"/>
                </a:solidFill>
              </a:rPr>
              <a:t>A. Components of Research Report</a:t>
            </a:r>
            <a:endParaRPr lang="en-US" sz="2500" dirty="0">
              <a:solidFill>
                <a:schemeClr val="tx1"/>
              </a:solidFill>
            </a:endParaRPr>
          </a:p>
          <a:p>
            <a:r>
              <a:rPr lang="en-US" sz="2500" b="1" dirty="0">
                <a:solidFill>
                  <a:schemeClr val="tx1"/>
                </a:solidFill>
              </a:rPr>
              <a:t>1. Title Page</a:t>
            </a:r>
            <a:endParaRPr lang="en-US" sz="2500" dirty="0">
              <a:solidFill>
                <a:schemeClr val="tx1"/>
              </a:solidFill>
            </a:endParaRPr>
          </a:p>
          <a:p>
            <a:pPr marL="457200" indent="-457200">
              <a:buFont typeface="Arial" panose="020B0604020202020204" pitchFamily="34" charset="0"/>
              <a:buChar char="•"/>
            </a:pPr>
            <a:r>
              <a:rPr lang="en-US" sz="2500" dirty="0">
                <a:solidFill>
                  <a:schemeClr val="tx1"/>
                </a:solidFill>
              </a:rPr>
              <a:t>Include your research title, your name(s), institution (if applicable), and date.</a:t>
            </a:r>
          </a:p>
          <a:p>
            <a:r>
              <a:rPr lang="en-US" sz="2500" b="1" dirty="0">
                <a:solidFill>
                  <a:schemeClr val="tx1"/>
                </a:solidFill>
              </a:rPr>
              <a:t>2. Abstract</a:t>
            </a:r>
            <a:endParaRPr lang="en-US" sz="2500" dirty="0">
              <a:solidFill>
                <a:schemeClr val="tx1"/>
              </a:solidFill>
            </a:endParaRPr>
          </a:p>
          <a:p>
            <a:pPr marL="457200" indent="-457200">
              <a:buFont typeface="Arial" panose="020B0604020202020204" pitchFamily="34" charset="0"/>
              <a:buChar char="•"/>
            </a:pPr>
            <a:r>
              <a:rPr lang="en-US" sz="2500" dirty="0">
                <a:solidFill>
                  <a:schemeClr val="tx1"/>
                </a:solidFill>
              </a:rPr>
              <a:t>Briefly summarize your research in 150-200 words. Mention the research methods (survey, interview, case studies), key findings, and main conclusions.</a:t>
            </a:r>
          </a:p>
          <a:p>
            <a:r>
              <a:rPr lang="en-US" sz="2500" b="1" dirty="0">
                <a:solidFill>
                  <a:schemeClr val="tx1"/>
                </a:solidFill>
              </a:rPr>
              <a:t>3. Table of Contents, List of Figures, List of Tables and Abbreviations</a:t>
            </a:r>
            <a:endParaRPr lang="en-US" sz="2500" dirty="0">
              <a:solidFill>
                <a:schemeClr val="tx1"/>
              </a:solidFill>
            </a:endParaRPr>
          </a:p>
          <a:p>
            <a:pPr marL="457200" indent="-457200">
              <a:buFont typeface="Arial" panose="020B0604020202020204" pitchFamily="34" charset="0"/>
              <a:buChar char="•"/>
            </a:pPr>
            <a:r>
              <a:rPr lang="en-US" sz="2500" dirty="0">
                <a:solidFill>
                  <a:schemeClr val="tx1"/>
                </a:solidFill>
              </a:rPr>
              <a:t>Create a clear table of contents listing all sections and subsections.</a:t>
            </a:r>
          </a:p>
          <a:p>
            <a:pPr marL="457200" indent="-457200">
              <a:buFont typeface="Arial" panose="020B0604020202020204" pitchFamily="34" charset="0"/>
              <a:buChar char="•"/>
            </a:pPr>
            <a:r>
              <a:rPr lang="en-US" sz="2500" dirty="0">
                <a:solidFill>
                  <a:schemeClr val="tx1"/>
                </a:solidFill>
              </a:rPr>
              <a:t>Include a separate list for figures (charts, graphs) and tables used in the report.</a:t>
            </a:r>
          </a:p>
          <a:p>
            <a:pPr marL="457200" indent="-457200">
              <a:buFont typeface="Arial" panose="020B0604020202020204" pitchFamily="34" charset="0"/>
              <a:buChar char="•"/>
            </a:pPr>
            <a:r>
              <a:rPr lang="en-US" sz="2500" dirty="0">
                <a:solidFill>
                  <a:schemeClr val="tx1"/>
                </a:solidFill>
              </a:rPr>
              <a:t>Define any abbreviations used throughout the report.</a:t>
            </a:r>
          </a:p>
        </p:txBody>
      </p:sp>
    </p:spTree>
    <p:extLst>
      <p:ext uri="{BB962C8B-B14F-4D97-AF65-F5344CB8AC3E}">
        <p14:creationId xmlns:p14="http://schemas.microsoft.com/office/powerpoint/2010/main" val="358499790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196772"/>
            <a:ext cx="10753194" cy="4248472"/>
          </a:xfrm>
        </p:spPr>
        <p:txBody>
          <a:bodyPr/>
          <a:lstStyle/>
          <a:p>
            <a:r>
              <a:rPr lang="en-US" sz="2400" b="1" dirty="0">
                <a:solidFill>
                  <a:schemeClr val="tx1"/>
                </a:solidFill>
              </a:rPr>
              <a:t>4. Introduction</a:t>
            </a:r>
            <a:endParaRPr lang="en-US" sz="2400" dirty="0">
              <a:solidFill>
                <a:schemeClr val="tx1"/>
              </a:solidFill>
            </a:endParaRPr>
          </a:p>
          <a:p>
            <a:pPr marL="457200" indent="-457200">
              <a:buFont typeface="+mj-lt"/>
              <a:buAutoNum type="alphaLcParenR"/>
            </a:pPr>
            <a:r>
              <a:rPr lang="en-US" sz="2400" b="1" dirty="0">
                <a:solidFill>
                  <a:schemeClr val="tx1"/>
                </a:solidFill>
              </a:rPr>
              <a:t>Rationale/Background:</a:t>
            </a:r>
            <a:r>
              <a:rPr lang="en-US" sz="2400" dirty="0">
                <a:solidFill>
                  <a:schemeClr val="tx1"/>
                </a:solidFill>
              </a:rPr>
              <a:t> Briefly introduce the topic and its significance.</a:t>
            </a:r>
          </a:p>
          <a:p>
            <a:pPr marL="457200" indent="-457200">
              <a:buFont typeface="+mj-lt"/>
              <a:buAutoNum type="alphaLcParenR"/>
            </a:pPr>
            <a:r>
              <a:rPr lang="en-US" sz="2400" b="1" dirty="0">
                <a:solidFill>
                  <a:schemeClr val="tx1"/>
                </a:solidFill>
              </a:rPr>
              <a:t>Problem and Motivation:</a:t>
            </a:r>
            <a:r>
              <a:rPr lang="en-US" sz="2400" dirty="0">
                <a:solidFill>
                  <a:schemeClr val="tx1"/>
                </a:solidFill>
              </a:rPr>
              <a:t> Identify the specific research problem you're addressing. Explain what motivated you to investigate it.</a:t>
            </a:r>
          </a:p>
          <a:p>
            <a:pPr marL="457200" indent="-457200">
              <a:buFont typeface="+mj-lt"/>
              <a:buAutoNum type="alphaLcParenR"/>
            </a:pPr>
            <a:r>
              <a:rPr lang="en-US" sz="2400" b="1" dirty="0">
                <a:solidFill>
                  <a:schemeClr val="tx1"/>
                </a:solidFill>
              </a:rPr>
              <a:t>Aim and Objectives:</a:t>
            </a:r>
            <a:r>
              <a:rPr lang="en-US" sz="2400" dirty="0">
                <a:solidFill>
                  <a:schemeClr val="tx1"/>
                </a:solidFill>
              </a:rPr>
              <a:t> Clearly state the overall aim of your research. Break it down into specific objectives that guide your data collection.</a:t>
            </a:r>
          </a:p>
          <a:p>
            <a:pPr marL="457200" indent="-457200">
              <a:buFont typeface="+mj-lt"/>
              <a:buAutoNum type="alphaLcParenR"/>
            </a:pPr>
            <a:r>
              <a:rPr lang="en-US" sz="2400" b="1" dirty="0">
                <a:solidFill>
                  <a:schemeClr val="tx1"/>
                </a:solidFill>
              </a:rPr>
              <a:t>Significance of Research:</a:t>
            </a:r>
            <a:r>
              <a:rPr lang="en-US" sz="2400" dirty="0">
                <a:solidFill>
                  <a:schemeClr val="tx1"/>
                </a:solidFill>
              </a:rPr>
              <a:t> Explain the importance of your research and who will benefit from its findings.</a:t>
            </a:r>
          </a:p>
          <a:p>
            <a:pPr marL="457200" indent="-457200">
              <a:buFont typeface="+mj-lt"/>
              <a:buAutoNum type="alphaLcParenR"/>
            </a:pPr>
            <a:r>
              <a:rPr lang="en-US" sz="2400" b="1" dirty="0">
                <a:solidFill>
                  <a:schemeClr val="tx1"/>
                </a:solidFill>
              </a:rPr>
              <a:t>Scope of Research:</a:t>
            </a:r>
            <a:r>
              <a:rPr lang="en-US" sz="2400" dirty="0">
                <a:solidFill>
                  <a:schemeClr val="tx1"/>
                </a:solidFill>
              </a:rPr>
              <a:t> Define the boundaries of your study. What aspects are included and excluded?</a:t>
            </a:r>
          </a:p>
          <a:p>
            <a:pPr marL="457200" indent="-457200">
              <a:buFont typeface="+mj-lt"/>
              <a:buAutoNum type="alphaLcParenR"/>
            </a:pPr>
            <a:r>
              <a:rPr lang="en-US" sz="2400" b="1" dirty="0">
                <a:solidFill>
                  <a:schemeClr val="tx1"/>
                </a:solidFill>
              </a:rPr>
              <a:t>Limitations:</a:t>
            </a:r>
            <a:r>
              <a:rPr lang="en-US" sz="2400" dirty="0">
                <a:solidFill>
                  <a:schemeClr val="tx1"/>
                </a:solidFill>
              </a:rPr>
              <a:t> Acknowledge any limitations of your research, such as sample size or data collection methods.</a:t>
            </a:r>
          </a:p>
        </p:txBody>
      </p:sp>
    </p:spTree>
    <p:extLst>
      <p:ext uri="{BB962C8B-B14F-4D97-AF65-F5344CB8AC3E}">
        <p14:creationId xmlns:p14="http://schemas.microsoft.com/office/powerpoint/2010/main" val="383849338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196772"/>
            <a:ext cx="10753194" cy="4248472"/>
          </a:xfrm>
        </p:spPr>
        <p:txBody>
          <a:bodyPr/>
          <a:lstStyle/>
          <a:p>
            <a:r>
              <a:rPr lang="en-US" sz="2800" b="1" dirty="0">
                <a:solidFill>
                  <a:schemeClr val="tx1"/>
                </a:solidFill>
              </a:rPr>
              <a:t>5. Literature Review</a:t>
            </a:r>
            <a:endParaRPr lang="en-US" sz="2800" dirty="0">
              <a:solidFill>
                <a:schemeClr val="tx1"/>
              </a:solidFill>
            </a:endParaRPr>
          </a:p>
          <a:p>
            <a:pPr marL="457200" indent="-457200">
              <a:buFont typeface="Arial" panose="020B0604020202020204" pitchFamily="34" charset="0"/>
              <a:buChar char="•"/>
            </a:pPr>
            <a:r>
              <a:rPr lang="en-US" sz="2800" dirty="0">
                <a:solidFill>
                  <a:schemeClr val="tx1"/>
                </a:solidFill>
              </a:rPr>
              <a:t>Summarize relevant research on your topic, highlighting key findings from existing studies.</a:t>
            </a:r>
          </a:p>
          <a:p>
            <a:pPr marL="457200" indent="-457200">
              <a:buFont typeface="Arial" panose="020B0604020202020204" pitchFamily="34" charset="0"/>
              <a:buChar char="•"/>
            </a:pPr>
            <a:r>
              <a:rPr lang="en-US" sz="2800" dirty="0">
                <a:solidFill>
                  <a:schemeClr val="tx1"/>
                </a:solidFill>
              </a:rPr>
              <a:t>Use separate sections for literature related to surveys, interviews, and case studies (if applicable).</a:t>
            </a:r>
          </a:p>
          <a:p>
            <a:pPr marL="457200" indent="-457200">
              <a:buFont typeface="Arial" panose="020B0604020202020204" pitchFamily="34" charset="0"/>
              <a:buChar char="•"/>
            </a:pPr>
            <a:r>
              <a:rPr lang="en-US" sz="2800" dirty="0">
                <a:solidFill>
                  <a:schemeClr val="tx1"/>
                </a:solidFill>
              </a:rPr>
              <a:t>Explain how your research adds to the existing knowledge base.</a:t>
            </a:r>
          </a:p>
        </p:txBody>
      </p:sp>
    </p:spTree>
    <p:extLst>
      <p:ext uri="{BB962C8B-B14F-4D97-AF65-F5344CB8AC3E}">
        <p14:creationId xmlns:p14="http://schemas.microsoft.com/office/powerpoint/2010/main" val="171665299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196772"/>
            <a:ext cx="10753194" cy="4248472"/>
          </a:xfrm>
        </p:spPr>
        <p:txBody>
          <a:bodyPr/>
          <a:lstStyle/>
          <a:p>
            <a:r>
              <a:rPr lang="en-US" sz="2800" b="1" dirty="0">
                <a:solidFill>
                  <a:schemeClr val="tx1"/>
                </a:solidFill>
              </a:rPr>
              <a:t>5. Literature Review</a:t>
            </a:r>
            <a:endParaRPr lang="en-US" sz="2800" dirty="0">
              <a:solidFill>
                <a:schemeClr val="tx1"/>
              </a:solidFill>
            </a:endParaRPr>
          </a:p>
          <a:p>
            <a:pPr marL="457200" indent="-457200">
              <a:buFont typeface="Arial" panose="020B0604020202020204" pitchFamily="34" charset="0"/>
              <a:buChar char="•"/>
            </a:pPr>
            <a:r>
              <a:rPr lang="en-US" sz="2800" dirty="0">
                <a:solidFill>
                  <a:schemeClr val="tx1"/>
                </a:solidFill>
              </a:rPr>
              <a:t>Summarize relevant research on your topic, highlighting key findings from existing studies.</a:t>
            </a:r>
          </a:p>
          <a:p>
            <a:pPr marL="457200" indent="-457200">
              <a:buFont typeface="Arial" panose="020B0604020202020204" pitchFamily="34" charset="0"/>
              <a:buChar char="•"/>
            </a:pPr>
            <a:r>
              <a:rPr lang="en-US" sz="2800" dirty="0">
                <a:solidFill>
                  <a:schemeClr val="tx1"/>
                </a:solidFill>
              </a:rPr>
              <a:t>Use separate sections for literature related to surveys, interviews, and case studies (if applicable).</a:t>
            </a:r>
          </a:p>
          <a:p>
            <a:pPr marL="457200" indent="-457200">
              <a:buFont typeface="Arial" panose="020B0604020202020204" pitchFamily="34" charset="0"/>
              <a:buChar char="•"/>
            </a:pPr>
            <a:r>
              <a:rPr lang="en-US" sz="2800" dirty="0">
                <a:solidFill>
                  <a:schemeClr val="tx1"/>
                </a:solidFill>
              </a:rPr>
              <a:t>Explain how your research adds to the existing knowledge base.</a:t>
            </a:r>
          </a:p>
          <a:p>
            <a:r>
              <a:rPr lang="en-US" sz="2800" b="1" dirty="0">
                <a:solidFill>
                  <a:schemeClr val="tx1"/>
                </a:solidFill>
              </a:rPr>
              <a:t>6. Research Problem and Solution</a:t>
            </a:r>
            <a:endParaRPr lang="en-US" sz="2800" dirty="0">
              <a:solidFill>
                <a:schemeClr val="tx1"/>
              </a:solidFill>
            </a:endParaRPr>
          </a:p>
          <a:p>
            <a:pPr marL="457200" indent="-457200">
              <a:buFont typeface="Arial" panose="020B0604020202020204" pitchFamily="34" charset="0"/>
              <a:buChar char="•"/>
            </a:pPr>
            <a:r>
              <a:rPr lang="en-US" sz="2800" dirty="0">
                <a:solidFill>
                  <a:schemeClr val="tx1"/>
                </a:solidFill>
              </a:rPr>
              <a:t>Briefly restate the research problem you're investigating.</a:t>
            </a:r>
          </a:p>
          <a:p>
            <a:pPr marL="457200" indent="-457200">
              <a:buFont typeface="Arial" panose="020B0604020202020204" pitchFamily="34" charset="0"/>
              <a:buChar char="•"/>
            </a:pPr>
            <a:r>
              <a:rPr lang="en-US" sz="2800" dirty="0">
                <a:solidFill>
                  <a:schemeClr val="tx1"/>
                </a:solidFill>
              </a:rPr>
              <a:t>Don't provide solutions here; this section focuses on the problem statement.</a:t>
            </a:r>
          </a:p>
          <a:p>
            <a:pPr marL="457200" indent="-457200">
              <a:buFont typeface="Arial" panose="020B0604020202020204" pitchFamily="34" charset="0"/>
              <a:buChar char="•"/>
            </a:pPr>
            <a:endParaRPr lang="en-US" sz="2800" dirty="0">
              <a:solidFill>
                <a:schemeClr val="tx1"/>
              </a:solidFill>
            </a:endParaRPr>
          </a:p>
        </p:txBody>
      </p:sp>
    </p:spTree>
    <p:extLst>
      <p:ext uri="{BB962C8B-B14F-4D97-AF65-F5344CB8AC3E}">
        <p14:creationId xmlns:p14="http://schemas.microsoft.com/office/powerpoint/2010/main" val="157520547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196772"/>
            <a:ext cx="10753194" cy="4248472"/>
          </a:xfrm>
        </p:spPr>
        <p:txBody>
          <a:bodyPr/>
          <a:lstStyle/>
          <a:p>
            <a:r>
              <a:rPr lang="en-US" sz="2100" b="1" dirty="0">
                <a:solidFill>
                  <a:schemeClr val="tx1"/>
                </a:solidFill>
              </a:rPr>
              <a:t>7. Methodology</a:t>
            </a:r>
            <a:endParaRPr lang="en-US" sz="2100" dirty="0">
              <a:solidFill>
                <a:schemeClr val="tx1"/>
              </a:solidFill>
            </a:endParaRPr>
          </a:p>
          <a:p>
            <a:pPr marL="277200" indent="-457200">
              <a:buFont typeface="+mj-lt"/>
              <a:buAutoNum type="alphaLcParenR"/>
            </a:pPr>
            <a:r>
              <a:rPr lang="en-US" sz="2100" b="1" dirty="0">
                <a:solidFill>
                  <a:schemeClr val="tx1"/>
                </a:solidFill>
              </a:rPr>
              <a:t>Research Design:</a:t>
            </a:r>
            <a:r>
              <a:rPr lang="en-US" sz="2100" dirty="0">
                <a:solidFill>
                  <a:schemeClr val="tx1"/>
                </a:solidFill>
              </a:rPr>
              <a:t> Explain your overall research design, mentioning the use of surveys, interviews, and case studies.</a:t>
            </a:r>
          </a:p>
          <a:p>
            <a:pPr marL="277200" indent="-457200">
              <a:buFont typeface="+mj-lt"/>
              <a:buAutoNum type="alphaLcParenR"/>
            </a:pPr>
            <a:r>
              <a:rPr lang="en-US" sz="2100" b="1" dirty="0">
                <a:solidFill>
                  <a:schemeClr val="tx1"/>
                </a:solidFill>
              </a:rPr>
              <a:t>Participants:</a:t>
            </a:r>
            <a:r>
              <a:rPr lang="en-US" sz="2100" dirty="0">
                <a:solidFill>
                  <a:schemeClr val="tx1"/>
                </a:solidFill>
              </a:rPr>
              <a:t> Describe the sample population for your survey and interview data. Explain how case studies were selected.</a:t>
            </a:r>
          </a:p>
          <a:p>
            <a:pPr marL="277200" indent="-457200">
              <a:buFont typeface="+mj-lt"/>
              <a:buAutoNum type="alphaLcParenR"/>
            </a:pPr>
            <a:r>
              <a:rPr lang="en-US" sz="2100" b="1" dirty="0">
                <a:solidFill>
                  <a:schemeClr val="tx1"/>
                </a:solidFill>
              </a:rPr>
              <a:t>Data Collection Methods:</a:t>
            </a:r>
            <a:r>
              <a:rPr lang="en-US" sz="2100" dirty="0">
                <a:solidFill>
                  <a:schemeClr val="tx1"/>
                </a:solidFill>
              </a:rPr>
              <a:t> Detail how you collected data for each method: survey design, interview questions, and case study data collection methods.</a:t>
            </a:r>
          </a:p>
          <a:p>
            <a:pPr marL="277200" indent="-457200">
              <a:buFont typeface="+mj-lt"/>
              <a:buAutoNum type="alphaLcParenR"/>
            </a:pPr>
            <a:r>
              <a:rPr lang="en-US" sz="2100" b="1" dirty="0">
                <a:solidFill>
                  <a:schemeClr val="tx1"/>
                </a:solidFill>
              </a:rPr>
              <a:t>Data Analysis Techniques:</a:t>
            </a:r>
            <a:r>
              <a:rPr lang="en-US" sz="2100" dirty="0">
                <a:solidFill>
                  <a:schemeClr val="tx1"/>
                </a:solidFill>
              </a:rPr>
              <a:t> Explain how you analyzed data from surveys (descriptive statistics, inferential statistics), interviews (thematic analysis), and case studies (cross-case analysis).</a:t>
            </a:r>
          </a:p>
          <a:p>
            <a:pPr marL="277200" indent="-457200">
              <a:buFont typeface="+mj-lt"/>
              <a:buAutoNum type="alphaLcParenR"/>
            </a:pPr>
            <a:r>
              <a:rPr lang="en-US" sz="2100" b="1" dirty="0">
                <a:solidFill>
                  <a:schemeClr val="tx1"/>
                </a:solidFill>
              </a:rPr>
              <a:t>Ethical Considerations:</a:t>
            </a:r>
            <a:r>
              <a:rPr lang="en-US" sz="2100" dirty="0">
                <a:solidFill>
                  <a:schemeClr val="tx1"/>
                </a:solidFill>
              </a:rPr>
              <a:t> Explain how you ensured ethical research practices, such as informed consent and data security.</a:t>
            </a:r>
          </a:p>
          <a:p>
            <a:pPr marL="277200" indent="-457200">
              <a:buFont typeface="+mj-lt"/>
              <a:buAutoNum type="alphaLcParenR"/>
            </a:pPr>
            <a:r>
              <a:rPr lang="en-US" sz="2100" b="1" dirty="0">
                <a:solidFill>
                  <a:schemeClr val="tx1"/>
                </a:solidFill>
              </a:rPr>
              <a:t>Validation Techniques:</a:t>
            </a:r>
            <a:r>
              <a:rPr lang="en-US" sz="2100" dirty="0">
                <a:solidFill>
                  <a:schemeClr val="tx1"/>
                </a:solidFill>
              </a:rPr>
              <a:t> Describe how you ensured the validity and reliability of your data, especially for surveys and interview instruments.</a:t>
            </a:r>
          </a:p>
        </p:txBody>
      </p:sp>
    </p:spTree>
    <p:extLst>
      <p:ext uri="{BB962C8B-B14F-4D97-AF65-F5344CB8AC3E}">
        <p14:creationId xmlns:p14="http://schemas.microsoft.com/office/powerpoint/2010/main" val="210370827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196772"/>
            <a:ext cx="10753194" cy="4248472"/>
          </a:xfrm>
        </p:spPr>
        <p:txBody>
          <a:bodyPr/>
          <a:lstStyle/>
          <a:p>
            <a:r>
              <a:rPr lang="en-US" sz="2800" b="1" dirty="0">
                <a:solidFill>
                  <a:schemeClr val="tx1"/>
                </a:solidFill>
              </a:rPr>
              <a:t>8. Data Analysis and Findings</a:t>
            </a:r>
            <a:endParaRPr lang="en-US" sz="2800" dirty="0">
              <a:solidFill>
                <a:schemeClr val="tx1"/>
              </a:solidFill>
            </a:endParaRPr>
          </a:p>
          <a:p>
            <a:pPr marL="457200" indent="-457200">
              <a:buFont typeface="Arial" panose="020B0604020202020204" pitchFamily="34" charset="0"/>
              <a:buChar char="•"/>
            </a:pPr>
            <a:r>
              <a:rPr lang="en-US" sz="2800" dirty="0">
                <a:solidFill>
                  <a:schemeClr val="tx1"/>
                </a:solidFill>
              </a:rPr>
              <a:t>Present your findings from each data collection method separately.</a:t>
            </a:r>
          </a:p>
          <a:p>
            <a:pPr marL="457200" indent="-457200">
              <a:buFont typeface="Arial" panose="020B0604020202020204" pitchFamily="34" charset="0"/>
              <a:buChar char="•"/>
            </a:pPr>
            <a:r>
              <a:rPr lang="en-US" sz="2800" dirty="0">
                <a:solidFill>
                  <a:schemeClr val="tx1"/>
                </a:solidFill>
              </a:rPr>
              <a:t>Use clear and concise language with appropriate tables, figures, and quotes to support your points.</a:t>
            </a:r>
          </a:p>
          <a:p>
            <a:pPr marL="457200" indent="-457200">
              <a:buFont typeface="Arial" panose="020B0604020202020204" pitchFamily="34" charset="0"/>
              <a:buChar char="•"/>
            </a:pPr>
            <a:r>
              <a:rPr lang="en-US" sz="2800" dirty="0">
                <a:solidFill>
                  <a:schemeClr val="tx1"/>
                </a:solidFill>
              </a:rPr>
              <a:t>For surveys, present descriptive statistics and inferential results (if applicable).</a:t>
            </a:r>
          </a:p>
          <a:p>
            <a:pPr marL="457200" indent="-457200">
              <a:buFont typeface="Arial" panose="020B0604020202020204" pitchFamily="34" charset="0"/>
              <a:buChar char="•"/>
            </a:pPr>
            <a:r>
              <a:rPr lang="en-US" sz="2800" dirty="0">
                <a:solidFill>
                  <a:schemeClr val="tx1"/>
                </a:solidFill>
              </a:rPr>
              <a:t>For interviews, present key themes identified through analysis.</a:t>
            </a:r>
          </a:p>
          <a:p>
            <a:pPr marL="457200" indent="-457200">
              <a:buFont typeface="Arial" panose="020B0604020202020204" pitchFamily="34" charset="0"/>
              <a:buChar char="•"/>
            </a:pPr>
            <a:r>
              <a:rPr lang="en-US" sz="2800" dirty="0">
                <a:solidFill>
                  <a:schemeClr val="tx1"/>
                </a:solidFill>
              </a:rPr>
              <a:t>For case studies, present detailed findings from each case.</a:t>
            </a:r>
          </a:p>
        </p:txBody>
      </p:sp>
    </p:spTree>
    <p:extLst>
      <p:ext uri="{BB962C8B-B14F-4D97-AF65-F5344CB8AC3E}">
        <p14:creationId xmlns:p14="http://schemas.microsoft.com/office/powerpoint/2010/main" val="404817079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196772"/>
            <a:ext cx="10753194" cy="4248472"/>
          </a:xfrm>
        </p:spPr>
        <p:txBody>
          <a:bodyPr/>
          <a:lstStyle/>
          <a:p>
            <a:r>
              <a:rPr lang="en-US" sz="2600" b="1" dirty="0">
                <a:solidFill>
                  <a:schemeClr val="tx1"/>
                </a:solidFill>
              </a:rPr>
              <a:t>9. Discussions and Conclusion</a:t>
            </a:r>
            <a:endParaRPr lang="en-US" sz="2600" dirty="0">
              <a:solidFill>
                <a:schemeClr val="tx1"/>
              </a:solidFill>
            </a:endParaRPr>
          </a:p>
          <a:p>
            <a:pPr marL="457200" indent="-457200">
              <a:buFont typeface="Arial" panose="020B0604020202020204" pitchFamily="34" charset="0"/>
              <a:buChar char="•"/>
            </a:pPr>
            <a:r>
              <a:rPr lang="en-US" sz="2600" dirty="0">
                <a:solidFill>
                  <a:schemeClr val="tx1"/>
                </a:solidFill>
              </a:rPr>
              <a:t>Discuss your findings in relation to your research objectives and the existing literature.</a:t>
            </a:r>
          </a:p>
          <a:p>
            <a:pPr marL="457200" indent="-457200">
              <a:buFont typeface="Arial" panose="020B0604020202020204" pitchFamily="34" charset="0"/>
              <a:buChar char="•"/>
            </a:pPr>
            <a:r>
              <a:rPr lang="en-US" sz="2600" dirty="0">
                <a:solidFill>
                  <a:schemeClr val="tx1"/>
                </a:solidFill>
              </a:rPr>
              <a:t>Explain how your findings answer your research problem.</a:t>
            </a:r>
          </a:p>
          <a:p>
            <a:pPr marL="457200" indent="-457200">
              <a:buFont typeface="Arial" panose="020B0604020202020204" pitchFamily="34" charset="0"/>
              <a:buChar char="•"/>
            </a:pPr>
            <a:r>
              <a:rPr lang="en-US" sz="2600" dirty="0">
                <a:solidFill>
                  <a:schemeClr val="tx1"/>
                </a:solidFill>
              </a:rPr>
              <a:t>Highlight the strengths and limitations of your research, considering how they may influence your conclusions.</a:t>
            </a:r>
          </a:p>
          <a:p>
            <a:r>
              <a:rPr lang="en-US" sz="2600" b="1" dirty="0">
                <a:solidFill>
                  <a:schemeClr val="tx1"/>
                </a:solidFill>
              </a:rPr>
              <a:t>10. Contributions and Future Works</a:t>
            </a:r>
            <a:endParaRPr lang="en-US" sz="2600" dirty="0">
              <a:solidFill>
                <a:schemeClr val="tx1"/>
              </a:solidFill>
            </a:endParaRPr>
          </a:p>
          <a:p>
            <a:pPr marL="457200" indent="-457200">
              <a:buFont typeface="Arial" panose="020B0604020202020204" pitchFamily="34" charset="0"/>
              <a:buChar char="•"/>
            </a:pPr>
            <a:r>
              <a:rPr lang="en-US" sz="2600" dirty="0">
                <a:solidFill>
                  <a:schemeClr val="tx1"/>
                </a:solidFill>
              </a:rPr>
              <a:t>Explain how your research contributes to the field and who might benefit from it.</a:t>
            </a:r>
          </a:p>
          <a:p>
            <a:pPr marL="457200" indent="-457200">
              <a:buFont typeface="Arial" panose="020B0604020202020204" pitchFamily="34" charset="0"/>
              <a:buChar char="•"/>
            </a:pPr>
            <a:r>
              <a:rPr lang="en-US" sz="2600" dirty="0">
                <a:solidFill>
                  <a:schemeClr val="tx1"/>
                </a:solidFill>
              </a:rPr>
              <a:t>Suggest areas for future research based on your findings and limitations.</a:t>
            </a:r>
          </a:p>
        </p:txBody>
      </p:sp>
    </p:spTree>
    <p:extLst>
      <p:ext uri="{BB962C8B-B14F-4D97-AF65-F5344CB8AC3E}">
        <p14:creationId xmlns:p14="http://schemas.microsoft.com/office/powerpoint/2010/main" val="394439839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V: Report Writing</a:t>
            </a:r>
            <a:br>
              <a:rPr lang="de-DE" dirty="0"/>
            </a:br>
            <a:r>
              <a:rPr lang="de-DE" dirty="0"/>
              <a:t>Need of Research Report</a:t>
            </a:r>
            <a:br>
              <a:rPr lang="de-DE" dirty="0"/>
            </a:br>
            <a:endParaRPr lang="de-DE" dirty="0"/>
          </a:p>
        </p:txBody>
      </p:sp>
      <p:sp>
        <p:nvSpPr>
          <p:cNvPr id="13" name="Inhaltsplatzhalter 3"/>
          <p:cNvSpPr>
            <a:spLocks noGrp="1"/>
          </p:cNvSpPr>
          <p:nvPr>
            <p:ph idx="1"/>
          </p:nvPr>
        </p:nvSpPr>
        <p:spPr>
          <a:xfrm>
            <a:off x="815414" y="1196772"/>
            <a:ext cx="10753194" cy="4248472"/>
          </a:xfrm>
        </p:spPr>
        <p:txBody>
          <a:bodyPr/>
          <a:lstStyle/>
          <a:p>
            <a:r>
              <a:rPr lang="en-US" sz="2800" b="1" dirty="0">
                <a:solidFill>
                  <a:schemeClr val="tx1"/>
                </a:solidFill>
              </a:rPr>
              <a:t>11. Reference List/Bibliography</a:t>
            </a:r>
            <a:endParaRPr lang="en-US" sz="2800" dirty="0">
              <a:solidFill>
                <a:schemeClr val="tx1"/>
              </a:solidFill>
            </a:endParaRPr>
          </a:p>
          <a:p>
            <a:pPr marL="457200" indent="-457200">
              <a:buFont typeface="Arial" panose="020B0604020202020204" pitchFamily="34" charset="0"/>
              <a:buChar char="•"/>
            </a:pPr>
            <a:r>
              <a:rPr lang="en-US" sz="2800" dirty="0">
                <a:solidFill>
                  <a:schemeClr val="tx1"/>
                </a:solidFill>
              </a:rPr>
              <a:t>List all sources cited in your report using a consistent style guide (IEEE, APA, MLA, etc.).</a:t>
            </a:r>
          </a:p>
          <a:p>
            <a:r>
              <a:rPr lang="en-US" sz="2800" b="1" dirty="0">
                <a:solidFill>
                  <a:schemeClr val="tx1"/>
                </a:solidFill>
              </a:rPr>
              <a:t>12. Annexes</a:t>
            </a:r>
            <a:endParaRPr lang="en-US" sz="2800" dirty="0">
              <a:solidFill>
                <a:schemeClr val="tx1"/>
              </a:solidFill>
            </a:endParaRPr>
          </a:p>
          <a:p>
            <a:pPr marL="457200" indent="-457200">
              <a:buFont typeface="Arial" panose="020B0604020202020204" pitchFamily="34" charset="0"/>
              <a:buChar char="•"/>
            </a:pPr>
            <a:r>
              <a:rPr lang="en-US" sz="2800" dirty="0">
                <a:solidFill>
                  <a:schemeClr val="tx1"/>
                </a:solidFill>
              </a:rPr>
              <a:t>Include any additional materials that support your research, like survey instruments, interview protocols, or detailed case study data.</a:t>
            </a:r>
          </a:p>
        </p:txBody>
      </p:sp>
    </p:spTree>
    <p:extLst>
      <p:ext uri="{BB962C8B-B14F-4D97-AF65-F5344CB8AC3E}">
        <p14:creationId xmlns:p14="http://schemas.microsoft.com/office/powerpoint/2010/main" val="389618770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ctrTitle"/>
          </p:nvPr>
        </p:nvSpPr>
        <p:spPr>
          <a:xfrm>
            <a:off x="18152" y="4077072"/>
            <a:ext cx="12192000" cy="821953"/>
          </a:xfrm>
        </p:spPr>
        <p:txBody>
          <a:bodyPr/>
          <a:lstStyle/>
          <a:p>
            <a:r>
              <a:rPr lang="de-DE" dirty="0"/>
              <a:t>Thanks for Listening...</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dirty="0">
                <a:solidFill>
                  <a:schemeClr val="accent4"/>
                </a:solidFill>
              </a:rPr>
              <a:t>Bonus: </a:t>
            </a:r>
            <a:r>
              <a:rPr lang="de-DE" dirty="0"/>
              <a:t>Over 30 Project Icons</a:t>
            </a:r>
          </a:p>
        </p:txBody>
      </p:sp>
      <p:sp>
        <p:nvSpPr>
          <p:cNvPr id="47" name="Inhaltsplatzhalter 46"/>
          <p:cNvSpPr>
            <a:spLocks noGrp="1"/>
          </p:cNvSpPr>
          <p:nvPr>
            <p:ph idx="1"/>
          </p:nvPr>
        </p:nvSpPr>
        <p:spPr/>
        <p:txBody>
          <a:bodyPr/>
          <a:lstStyle/>
          <a:p>
            <a:r>
              <a:rPr lang="de-DE" sz="2000" dirty="0"/>
              <a:t>       </a:t>
            </a:r>
            <a:r>
              <a:rPr lang="de-DE" sz="2000" b="1" dirty="0" err="1"/>
              <a:t>Lorem</a:t>
            </a:r>
            <a:r>
              <a:rPr lang="de-DE" sz="2000" b="1" dirty="0"/>
              <a:t> </a:t>
            </a:r>
            <a:r>
              <a:rPr lang="de-DE" sz="2000" b="1" dirty="0" err="1"/>
              <a:t>ipsum</a:t>
            </a:r>
            <a:r>
              <a:rPr lang="de-DE" sz="2000" b="1" dirty="0"/>
              <a:t> </a:t>
            </a:r>
            <a:r>
              <a:rPr lang="de-DE" sz="2000" b="1" dirty="0" err="1"/>
              <a:t>dolor</a:t>
            </a:r>
            <a:r>
              <a:rPr lang="de-DE" sz="2000" b="1" dirty="0"/>
              <a:t> </a:t>
            </a:r>
            <a:r>
              <a:rPr lang="de-DE" sz="2000" b="1" dirty="0" err="1"/>
              <a:t>sit</a:t>
            </a:r>
            <a:r>
              <a:rPr lang="de-DE" sz="2000" b="1" dirty="0"/>
              <a:t> </a:t>
            </a:r>
            <a:r>
              <a:rPr lang="de-DE" sz="2000" b="1" dirty="0" err="1"/>
              <a:t>amet</a:t>
            </a:r>
            <a:r>
              <a:rPr lang="de-DE" sz="2000" b="1" dirty="0"/>
              <a:t> </a:t>
            </a:r>
          </a:p>
          <a:p>
            <a:endParaRPr lang="de-DE" dirty="0"/>
          </a:p>
          <a:p>
            <a:r>
              <a:rPr lang="de-DE" dirty="0" err="1"/>
              <a:t>consetetur</a:t>
            </a:r>
            <a:r>
              <a:rPr lang="de-DE" dirty="0"/>
              <a:t> </a:t>
            </a:r>
            <a:r>
              <a:rPr lang="de-DE" dirty="0" err="1"/>
              <a:t>sadipscing</a:t>
            </a:r>
            <a:r>
              <a:rPr lang="de-DE" dirty="0"/>
              <a:t> </a:t>
            </a:r>
            <a:r>
              <a:rPr lang="de-DE" dirty="0" err="1"/>
              <a:t>elitr</a:t>
            </a:r>
            <a:r>
              <a:rPr lang="de-DE" dirty="0"/>
              <a:t>, </a:t>
            </a:r>
            <a:r>
              <a:rPr lang="de-DE" dirty="0" err="1"/>
              <a:t>sed</a:t>
            </a:r>
            <a:r>
              <a:rPr lang="de-DE" dirty="0"/>
              <a:t>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r>
          </a:p>
          <a:p>
            <a:endParaRPr lang="de-DE" dirty="0"/>
          </a:p>
          <a:p>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a:t>
            </a:r>
            <a:r>
              <a:rPr lang="de-DE" dirty="0" err="1"/>
              <a:t>sanctus</a:t>
            </a:r>
            <a:r>
              <a:rPr lang="de-DE" dirty="0"/>
              <a:t>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a:t>
            </a:r>
            <a:r>
              <a:rPr lang="de-DE" dirty="0" err="1"/>
              <a:t>sed</a:t>
            </a:r>
            <a:r>
              <a:rPr lang="de-DE" dirty="0"/>
              <a:t>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a:t>
            </a:r>
            <a:r>
              <a:rPr lang="de-DE" dirty="0" err="1"/>
              <a:t>sanctus</a:t>
            </a:r>
            <a:r>
              <a:rPr lang="de-DE" dirty="0"/>
              <a:t>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a:t>
            </a:r>
          </a:p>
        </p:txBody>
      </p:sp>
      <p:pic>
        <p:nvPicPr>
          <p:cNvPr id="30" name="Inhaltsplatzhalter 5" descr="coment.png"/>
          <p:cNvPicPr>
            <a:picLocks noChangeAspect="1"/>
          </p:cNvPicPr>
          <p:nvPr/>
        </p:nvPicPr>
        <p:blipFill>
          <a:blip r:embed="rId2" cstate="print"/>
          <a:stretch>
            <a:fillRect/>
          </a:stretch>
        </p:blipFill>
        <p:spPr>
          <a:xfrm>
            <a:off x="2063552" y="1556792"/>
            <a:ext cx="357188" cy="357188"/>
          </a:xfrm>
          <a:prstGeom prst="rect">
            <a:avLst/>
          </a:prstGeom>
        </p:spPr>
      </p:pic>
      <p:pic>
        <p:nvPicPr>
          <p:cNvPr id="49" name="Inhaltsplatzhalter 5" descr="coment.png"/>
          <p:cNvPicPr>
            <a:picLocks noChangeAspect="1"/>
          </p:cNvPicPr>
          <p:nvPr/>
        </p:nvPicPr>
        <p:blipFill>
          <a:blip r:embed="rId3" cstate="print"/>
          <a:stretch>
            <a:fillRect/>
          </a:stretch>
        </p:blipFill>
        <p:spPr>
          <a:xfrm>
            <a:off x="6672064" y="2314302"/>
            <a:ext cx="357188" cy="357188"/>
          </a:xfrm>
          <a:prstGeom prst="rect">
            <a:avLst/>
          </a:prstGeom>
        </p:spPr>
      </p:pic>
      <p:pic>
        <p:nvPicPr>
          <p:cNvPr id="50" name="Inhaltsplatzhalter 5" descr="coment.png"/>
          <p:cNvPicPr>
            <a:picLocks noChangeAspect="1"/>
          </p:cNvPicPr>
          <p:nvPr/>
        </p:nvPicPr>
        <p:blipFill>
          <a:blip r:embed="rId4" cstate="print"/>
          <a:stretch>
            <a:fillRect/>
          </a:stretch>
        </p:blipFill>
        <p:spPr>
          <a:xfrm>
            <a:off x="6672064" y="2818358"/>
            <a:ext cx="357188" cy="357188"/>
          </a:xfrm>
          <a:prstGeom prst="rect">
            <a:avLst/>
          </a:prstGeom>
        </p:spPr>
      </p:pic>
      <p:pic>
        <p:nvPicPr>
          <p:cNvPr id="51" name="Inhaltsplatzhalter 5" descr="coment.png"/>
          <p:cNvPicPr>
            <a:picLocks noChangeAspect="1"/>
          </p:cNvPicPr>
          <p:nvPr/>
        </p:nvPicPr>
        <p:blipFill>
          <a:blip r:embed="rId5" cstate="print"/>
          <a:stretch>
            <a:fillRect/>
          </a:stretch>
        </p:blipFill>
        <p:spPr>
          <a:xfrm>
            <a:off x="6672064" y="3322414"/>
            <a:ext cx="357188" cy="357188"/>
          </a:xfrm>
          <a:prstGeom prst="rect">
            <a:avLst/>
          </a:prstGeom>
        </p:spPr>
      </p:pic>
      <p:pic>
        <p:nvPicPr>
          <p:cNvPr id="52" name="Inhaltsplatzhalter 5" descr="coment.png"/>
          <p:cNvPicPr>
            <a:picLocks noChangeAspect="1"/>
          </p:cNvPicPr>
          <p:nvPr/>
        </p:nvPicPr>
        <p:blipFill>
          <a:blip r:embed="rId2" cstate="print"/>
          <a:stretch>
            <a:fillRect/>
          </a:stretch>
        </p:blipFill>
        <p:spPr>
          <a:xfrm>
            <a:off x="6672064" y="3863900"/>
            <a:ext cx="357188" cy="357188"/>
          </a:xfrm>
          <a:prstGeom prst="rect">
            <a:avLst/>
          </a:prstGeom>
        </p:spPr>
      </p:pic>
      <p:pic>
        <p:nvPicPr>
          <p:cNvPr id="53" name="Inhaltsplatzhalter 5" descr="coment.png"/>
          <p:cNvPicPr>
            <a:picLocks noChangeAspect="1"/>
          </p:cNvPicPr>
          <p:nvPr/>
        </p:nvPicPr>
        <p:blipFill>
          <a:blip r:embed="rId6" cstate="print"/>
          <a:stretch>
            <a:fillRect/>
          </a:stretch>
        </p:blipFill>
        <p:spPr>
          <a:xfrm>
            <a:off x="7250980" y="2314302"/>
            <a:ext cx="357188" cy="357188"/>
          </a:xfrm>
          <a:prstGeom prst="rect">
            <a:avLst/>
          </a:prstGeom>
        </p:spPr>
      </p:pic>
      <p:pic>
        <p:nvPicPr>
          <p:cNvPr id="54" name="Inhaltsplatzhalter 5" descr="coment.png"/>
          <p:cNvPicPr>
            <a:picLocks noChangeAspect="1"/>
          </p:cNvPicPr>
          <p:nvPr/>
        </p:nvPicPr>
        <p:blipFill>
          <a:blip r:embed="rId7" cstate="print"/>
          <a:stretch>
            <a:fillRect/>
          </a:stretch>
        </p:blipFill>
        <p:spPr>
          <a:xfrm>
            <a:off x="7250980" y="3322414"/>
            <a:ext cx="357188" cy="357188"/>
          </a:xfrm>
          <a:prstGeom prst="rect">
            <a:avLst/>
          </a:prstGeom>
        </p:spPr>
      </p:pic>
      <p:pic>
        <p:nvPicPr>
          <p:cNvPr id="55" name="Inhaltsplatzhalter 5" descr="coment.png"/>
          <p:cNvPicPr>
            <a:picLocks noChangeAspect="1"/>
          </p:cNvPicPr>
          <p:nvPr/>
        </p:nvPicPr>
        <p:blipFill>
          <a:blip r:embed="rId8" cstate="print"/>
          <a:stretch>
            <a:fillRect/>
          </a:stretch>
        </p:blipFill>
        <p:spPr>
          <a:xfrm>
            <a:off x="7250980" y="2818358"/>
            <a:ext cx="357188" cy="357188"/>
          </a:xfrm>
          <a:prstGeom prst="rect">
            <a:avLst/>
          </a:prstGeom>
        </p:spPr>
      </p:pic>
      <p:pic>
        <p:nvPicPr>
          <p:cNvPr id="56" name="Inhaltsplatzhalter 5" descr="coment.png"/>
          <p:cNvPicPr>
            <a:picLocks noChangeAspect="1"/>
          </p:cNvPicPr>
          <p:nvPr/>
        </p:nvPicPr>
        <p:blipFill>
          <a:blip r:embed="rId9" cstate="print"/>
          <a:stretch>
            <a:fillRect/>
          </a:stretch>
        </p:blipFill>
        <p:spPr>
          <a:xfrm>
            <a:off x="7250980" y="3863900"/>
            <a:ext cx="357188" cy="357188"/>
          </a:xfrm>
          <a:prstGeom prst="rect">
            <a:avLst/>
          </a:prstGeom>
        </p:spPr>
      </p:pic>
      <p:pic>
        <p:nvPicPr>
          <p:cNvPr id="57" name="Inhaltsplatzhalter 5" descr="coment.png"/>
          <p:cNvPicPr>
            <a:picLocks noChangeAspect="1"/>
          </p:cNvPicPr>
          <p:nvPr/>
        </p:nvPicPr>
        <p:blipFill>
          <a:blip r:embed="rId10" cstate="print"/>
          <a:stretch>
            <a:fillRect/>
          </a:stretch>
        </p:blipFill>
        <p:spPr>
          <a:xfrm>
            <a:off x="7827044" y="1772816"/>
            <a:ext cx="357188" cy="357188"/>
          </a:xfrm>
          <a:prstGeom prst="rect">
            <a:avLst/>
          </a:prstGeom>
        </p:spPr>
      </p:pic>
      <p:pic>
        <p:nvPicPr>
          <p:cNvPr id="58" name="Inhaltsplatzhalter 5" descr="coment.png"/>
          <p:cNvPicPr>
            <a:picLocks noChangeAspect="1"/>
          </p:cNvPicPr>
          <p:nvPr/>
        </p:nvPicPr>
        <p:blipFill>
          <a:blip r:embed="rId11" cstate="print"/>
          <a:stretch>
            <a:fillRect/>
          </a:stretch>
        </p:blipFill>
        <p:spPr>
          <a:xfrm>
            <a:off x="7827044" y="2314302"/>
            <a:ext cx="357188" cy="357188"/>
          </a:xfrm>
          <a:prstGeom prst="rect">
            <a:avLst/>
          </a:prstGeom>
        </p:spPr>
      </p:pic>
      <p:pic>
        <p:nvPicPr>
          <p:cNvPr id="59" name="Inhaltsplatzhalter 5" descr="coment.png"/>
          <p:cNvPicPr>
            <a:picLocks noChangeAspect="1"/>
          </p:cNvPicPr>
          <p:nvPr/>
        </p:nvPicPr>
        <p:blipFill>
          <a:blip r:embed="rId12" cstate="print"/>
          <a:stretch>
            <a:fillRect/>
          </a:stretch>
        </p:blipFill>
        <p:spPr>
          <a:xfrm>
            <a:off x="7827044" y="2818358"/>
            <a:ext cx="357188" cy="357188"/>
          </a:xfrm>
          <a:prstGeom prst="rect">
            <a:avLst/>
          </a:prstGeom>
        </p:spPr>
      </p:pic>
      <p:pic>
        <p:nvPicPr>
          <p:cNvPr id="60" name="Inhaltsplatzhalter 5" descr="coment.png"/>
          <p:cNvPicPr>
            <a:picLocks noChangeAspect="1"/>
          </p:cNvPicPr>
          <p:nvPr/>
        </p:nvPicPr>
        <p:blipFill>
          <a:blip r:embed="rId13" cstate="print"/>
          <a:stretch>
            <a:fillRect/>
          </a:stretch>
        </p:blipFill>
        <p:spPr>
          <a:xfrm>
            <a:off x="7827044" y="3322414"/>
            <a:ext cx="357188" cy="357188"/>
          </a:xfrm>
          <a:prstGeom prst="rect">
            <a:avLst/>
          </a:prstGeom>
        </p:spPr>
      </p:pic>
      <p:pic>
        <p:nvPicPr>
          <p:cNvPr id="61" name="Inhaltsplatzhalter 5" descr="coment.png"/>
          <p:cNvPicPr>
            <a:picLocks noChangeAspect="1"/>
          </p:cNvPicPr>
          <p:nvPr/>
        </p:nvPicPr>
        <p:blipFill>
          <a:blip r:embed="rId14" cstate="print"/>
          <a:stretch>
            <a:fillRect/>
          </a:stretch>
        </p:blipFill>
        <p:spPr>
          <a:xfrm>
            <a:off x="7827044" y="3863900"/>
            <a:ext cx="357188" cy="357188"/>
          </a:xfrm>
          <a:prstGeom prst="rect">
            <a:avLst/>
          </a:prstGeom>
        </p:spPr>
      </p:pic>
      <p:pic>
        <p:nvPicPr>
          <p:cNvPr id="62" name="Inhaltsplatzhalter 5" descr="coment.png"/>
          <p:cNvPicPr>
            <a:picLocks noChangeAspect="1"/>
          </p:cNvPicPr>
          <p:nvPr/>
        </p:nvPicPr>
        <p:blipFill>
          <a:blip r:embed="rId15" cstate="print"/>
          <a:stretch>
            <a:fillRect/>
          </a:stretch>
        </p:blipFill>
        <p:spPr>
          <a:xfrm>
            <a:off x="8403108" y="2314302"/>
            <a:ext cx="357188" cy="357188"/>
          </a:xfrm>
          <a:prstGeom prst="rect">
            <a:avLst/>
          </a:prstGeom>
        </p:spPr>
      </p:pic>
      <p:pic>
        <p:nvPicPr>
          <p:cNvPr id="63" name="Inhaltsplatzhalter 5" descr="coment.png"/>
          <p:cNvPicPr>
            <a:picLocks noChangeAspect="1"/>
          </p:cNvPicPr>
          <p:nvPr/>
        </p:nvPicPr>
        <p:blipFill>
          <a:blip r:embed="rId16" cstate="print"/>
          <a:stretch>
            <a:fillRect/>
          </a:stretch>
        </p:blipFill>
        <p:spPr>
          <a:xfrm>
            <a:off x="8403108" y="1772816"/>
            <a:ext cx="357188" cy="357188"/>
          </a:xfrm>
          <a:prstGeom prst="rect">
            <a:avLst/>
          </a:prstGeom>
        </p:spPr>
      </p:pic>
      <p:pic>
        <p:nvPicPr>
          <p:cNvPr id="64" name="Inhaltsplatzhalter 5" descr="coment.png"/>
          <p:cNvPicPr>
            <a:picLocks noChangeAspect="1"/>
          </p:cNvPicPr>
          <p:nvPr/>
        </p:nvPicPr>
        <p:blipFill>
          <a:blip r:embed="rId17" cstate="print"/>
          <a:stretch>
            <a:fillRect/>
          </a:stretch>
        </p:blipFill>
        <p:spPr>
          <a:xfrm>
            <a:off x="7250980" y="1772816"/>
            <a:ext cx="357188" cy="357188"/>
          </a:xfrm>
          <a:prstGeom prst="rect">
            <a:avLst/>
          </a:prstGeom>
        </p:spPr>
      </p:pic>
      <p:pic>
        <p:nvPicPr>
          <p:cNvPr id="65" name="Inhaltsplatzhalter 5" descr="coment.png"/>
          <p:cNvPicPr>
            <a:picLocks noChangeAspect="1"/>
          </p:cNvPicPr>
          <p:nvPr/>
        </p:nvPicPr>
        <p:blipFill>
          <a:blip r:embed="rId18" cstate="print"/>
          <a:stretch>
            <a:fillRect/>
          </a:stretch>
        </p:blipFill>
        <p:spPr>
          <a:xfrm>
            <a:off x="8403108" y="2818358"/>
            <a:ext cx="357188" cy="357188"/>
          </a:xfrm>
          <a:prstGeom prst="rect">
            <a:avLst/>
          </a:prstGeom>
        </p:spPr>
      </p:pic>
      <p:pic>
        <p:nvPicPr>
          <p:cNvPr id="66" name="Inhaltsplatzhalter 5" descr="coment.png"/>
          <p:cNvPicPr>
            <a:picLocks noChangeAspect="1"/>
          </p:cNvPicPr>
          <p:nvPr/>
        </p:nvPicPr>
        <p:blipFill>
          <a:blip r:embed="rId19" cstate="print"/>
          <a:stretch>
            <a:fillRect/>
          </a:stretch>
        </p:blipFill>
        <p:spPr>
          <a:xfrm>
            <a:off x="8400256" y="3322414"/>
            <a:ext cx="357188" cy="357188"/>
          </a:xfrm>
          <a:prstGeom prst="rect">
            <a:avLst/>
          </a:prstGeom>
        </p:spPr>
      </p:pic>
      <p:pic>
        <p:nvPicPr>
          <p:cNvPr id="67" name="Inhaltsplatzhalter 5" descr="coment.png"/>
          <p:cNvPicPr>
            <a:picLocks noChangeAspect="1"/>
          </p:cNvPicPr>
          <p:nvPr/>
        </p:nvPicPr>
        <p:blipFill>
          <a:blip r:embed="rId20" cstate="print"/>
          <a:stretch>
            <a:fillRect/>
          </a:stretch>
        </p:blipFill>
        <p:spPr>
          <a:xfrm>
            <a:off x="8976320" y="2314302"/>
            <a:ext cx="357188" cy="357188"/>
          </a:xfrm>
          <a:prstGeom prst="rect">
            <a:avLst/>
          </a:prstGeom>
        </p:spPr>
      </p:pic>
      <p:pic>
        <p:nvPicPr>
          <p:cNvPr id="68" name="Inhaltsplatzhalter 5" descr="coment.png"/>
          <p:cNvPicPr>
            <a:picLocks noChangeAspect="1"/>
          </p:cNvPicPr>
          <p:nvPr/>
        </p:nvPicPr>
        <p:blipFill>
          <a:blip r:embed="rId21" cstate="print"/>
          <a:stretch>
            <a:fillRect/>
          </a:stretch>
        </p:blipFill>
        <p:spPr>
          <a:xfrm>
            <a:off x="8976320" y="1772816"/>
            <a:ext cx="357188" cy="357188"/>
          </a:xfrm>
          <a:prstGeom prst="rect">
            <a:avLst/>
          </a:prstGeom>
        </p:spPr>
      </p:pic>
      <p:pic>
        <p:nvPicPr>
          <p:cNvPr id="69" name="Inhaltsplatzhalter 5" descr="coment.png"/>
          <p:cNvPicPr>
            <a:picLocks noChangeAspect="1"/>
          </p:cNvPicPr>
          <p:nvPr/>
        </p:nvPicPr>
        <p:blipFill>
          <a:blip r:embed="rId22" cstate="print"/>
          <a:stretch>
            <a:fillRect/>
          </a:stretch>
        </p:blipFill>
        <p:spPr>
          <a:xfrm>
            <a:off x="8403108" y="3863900"/>
            <a:ext cx="357188" cy="357188"/>
          </a:xfrm>
          <a:prstGeom prst="rect">
            <a:avLst/>
          </a:prstGeom>
        </p:spPr>
      </p:pic>
      <p:pic>
        <p:nvPicPr>
          <p:cNvPr id="70" name="Inhaltsplatzhalter 5" descr="coment.png"/>
          <p:cNvPicPr>
            <a:picLocks noChangeAspect="1"/>
          </p:cNvPicPr>
          <p:nvPr/>
        </p:nvPicPr>
        <p:blipFill>
          <a:blip r:embed="rId23" cstate="print"/>
          <a:stretch>
            <a:fillRect/>
          </a:stretch>
        </p:blipFill>
        <p:spPr>
          <a:xfrm>
            <a:off x="8976320" y="3322414"/>
            <a:ext cx="357188" cy="357188"/>
          </a:xfrm>
          <a:prstGeom prst="rect">
            <a:avLst/>
          </a:prstGeom>
        </p:spPr>
      </p:pic>
      <p:pic>
        <p:nvPicPr>
          <p:cNvPr id="71" name="Inhaltsplatzhalter 5" descr="coment.png"/>
          <p:cNvPicPr>
            <a:picLocks noChangeAspect="1"/>
          </p:cNvPicPr>
          <p:nvPr/>
        </p:nvPicPr>
        <p:blipFill>
          <a:blip r:embed="rId24" cstate="print"/>
          <a:stretch>
            <a:fillRect/>
          </a:stretch>
        </p:blipFill>
        <p:spPr>
          <a:xfrm>
            <a:off x="8976320" y="2818358"/>
            <a:ext cx="357188" cy="357188"/>
          </a:xfrm>
          <a:prstGeom prst="rect">
            <a:avLst/>
          </a:prstGeom>
        </p:spPr>
      </p:pic>
      <p:pic>
        <p:nvPicPr>
          <p:cNvPr id="72" name="Inhaltsplatzhalter 5" descr="coment.png"/>
          <p:cNvPicPr>
            <a:picLocks noChangeAspect="1"/>
          </p:cNvPicPr>
          <p:nvPr/>
        </p:nvPicPr>
        <p:blipFill>
          <a:blip r:embed="rId25" cstate="print"/>
          <a:stretch>
            <a:fillRect/>
          </a:stretch>
        </p:blipFill>
        <p:spPr>
          <a:xfrm>
            <a:off x="8976320" y="3863900"/>
            <a:ext cx="357188" cy="357188"/>
          </a:xfrm>
          <a:prstGeom prst="rect">
            <a:avLst/>
          </a:prstGeom>
        </p:spPr>
      </p:pic>
      <p:pic>
        <p:nvPicPr>
          <p:cNvPr id="73" name="Inhaltsplatzhalter 5" descr="coment.png"/>
          <p:cNvPicPr>
            <a:picLocks noChangeAspect="1"/>
          </p:cNvPicPr>
          <p:nvPr/>
        </p:nvPicPr>
        <p:blipFill>
          <a:blip r:embed="rId26" cstate="print"/>
          <a:stretch>
            <a:fillRect/>
          </a:stretch>
        </p:blipFill>
        <p:spPr>
          <a:xfrm>
            <a:off x="9555236" y="2314302"/>
            <a:ext cx="357188" cy="357188"/>
          </a:xfrm>
          <a:prstGeom prst="rect">
            <a:avLst/>
          </a:prstGeom>
        </p:spPr>
      </p:pic>
      <p:pic>
        <p:nvPicPr>
          <p:cNvPr id="74" name="Inhaltsplatzhalter 5" descr="coment.png"/>
          <p:cNvPicPr>
            <a:picLocks noChangeAspect="1"/>
          </p:cNvPicPr>
          <p:nvPr/>
        </p:nvPicPr>
        <p:blipFill>
          <a:blip r:embed="rId27" cstate="print"/>
          <a:stretch>
            <a:fillRect/>
          </a:stretch>
        </p:blipFill>
        <p:spPr>
          <a:xfrm>
            <a:off x="9555236" y="1772816"/>
            <a:ext cx="357188" cy="357188"/>
          </a:xfrm>
          <a:prstGeom prst="rect">
            <a:avLst/>
          </a:prstGeom>
        </p:spPr>
      </p:pic>
      <p:pic>
        <p:nvPicPr>
          <p:cNvPr id="75" name="Inhaltsplatzhalter 5" descr="coment.png"/>
          <p:cNvPicPr>
            <a:picLocks noChangeAspect="1"/>
          </p:cNvPicPr>
          <p:nvPr/>
        </p:nvPicPr>
        <p:blipFill>
          <a:blip r:embed="rId28" cstate="print"/>
          <a:stretch>
            <a:fillRect/>
          </a:stretch>
        </p:blipFill>
        <p:spPr>
          <a:xfrm>
            <a:off x="9555236" y="3322414"/>
            <a:ext cx="357188" cy="357188"/>
          </a:xfrm>
          <a:prstGeom prst="rect">
            <a:avLst/>
          </a:prstGeom>
        </p:spPr>
      </p:pic>
      <p:pic>
        <p:nvPicPr>
          <p:cNvPr id="76" name="Inhaltsplatzhalter 5" descr="coment.png"/>
          <p:cNvPicPr>
            <a:picLocks noChangeAspect="1"/>
          </p:cNvPicPr>
          <p:nvPr/>
        </p:nvPicPr>
        <p:blipFill>
          <a:blip r:embed="rId29" cstate="print"/>
          <a:stretch>
            <a:fillRect/>
          </a:stretch>
        </p:blipFill>
        <p:spPr>
          <a:xfrm>
            <a:off x="9555236" y="2818358"/>
            <a:ext cx="357188" cy="357188"/>
          </a:xfrm>
          <a:prstGeom prst="rect">
            <a:avLst/>
          </a:prstGeom>
        </p:spPr>
      </p:pic>
      <p:pic>
        <p:nvPicPr>
          <p:cNvPr id="77" name="Inhaltsplatzhalter 5" descr="coment.png"/>
          <p:cNvPicPr>
            <a:picLocks noChangeAspect="1"/>
          </p:cNvPicPr>
          <p:nvPr/>
        </p:nvPicPr>
        <p:blipFill>
          <a:blip r:embed="rId30" cstate="print"/>
          <a:stretch>
            <a:fillRect/>
          </a:stretch>
        </p:blipFill>
        <p:spPr>
          <a:xfrm>
            <a:off x="6672064" y="1772816"/>
            <a:ext cx="357188" cy="357188"/>
          </a:xfrm>
          <a:prstGeom prst="rect">
            <a:avLst/>
          </a:prstGeom>
        </p:spPr>
      </p:pic>
      <p:pic>
        <p:nvPicPr>
          <p:cNvPr id="35" name="Inhaltsplatzhalter 5" descr="coment.png"/>
          <p:cNvPicPr>
            <a:picLocks noChangeAspect="1"/>
          </p:cNvPicPr>
          <p:nvPr/>
        </p:nvPicPr>
        <p:blipFill>
          <a:blip r:embed="rId31" cstate="print"/>
          <a:stretch>
            <a:fillRect/>
          </a:stretch>
        </p:blipFill>
        <p:spPr>
          <a:xfrm>
            <a:off x="9555236" y="3861575"/>
            <a:ext cx="357188" cy="357188"/>
          </a:xfrm>
          <a:prstGeom prst="rect">
            <a:avLst/>
          </a:prstGeom>
        </p:spPr>
      </p:pic>
      <p:pic>
        <p:nvPicPr>
          <p:cNvPr id="36" name="Inhaltsplatzhalter 5" descr="coment.png"/>
          <p:cNvPicPr>
            <a:picLocks noChangeAspect="1"/>
          </p:cNvPicPr>
          <p:nvPr/>
        </p:nvPicPr>
        <p:blipFill>
          <a:blip r:embed="rId32" cstate="print"/>
          <a:stretch>
            <a:fillRect/>
          </a:stretch>
        </p:blipFill>
        <p:spPr>
          <a:xfrm>
            <a:off x="6672064" y="4367429"/>
            <a:ext cx="357188" cy="357188"/>
          </a:xfrm>
          <a:prstGeom prst="rect">
            <a:avLst/>
          </a:prstGeom>
        </p:spPr>
      </p:pic>
      <p:pic>
        <p:nvPicPr>
          <p:cNvPr id="37" name="Inhaltsplatzhalter 5" descr="coment.png"/>
          <p:cNvPicPr>
            <a:picLocks noChangeAspect="1"/>
          </p:cNvPicPr>
          <p:nvPr/>
        </p:nvPicPr>
        <p:blipFill>
          <a:blip r:embed="rId33" cstate="print"/>
          <a:stretch>
            <a:fillRect/>
          </a:stretch>
        </p:blipFill>
        <p:spPr>
          <a:xfrm>
            <a:off x="7250980" y="4367429"/>
            <a:ext cx="357188" cy="357188"/>
          </a:xfrm>
          <a:prstGeom prst="rect">
            <a:avLst/>
          </a:prstGeom>
        </p:spPr>
      </p:pic>
      <p:pic>
        <p:nvPicPr>
          <p:cNvPr id="38" name="Inhaltsplatzhalter 5" descr="coment.png"/>
          <p:cNvPicPr>
            <a:picLocks noChangeAspect="1"/>
          </p:cNvPicPr>
          <p:nvPr/>
        </p:nvPicPr>
        <p:blipFill>
          <a:blip r:embed="rId34" cstate="print"/>
          <a:stretch>
            <a:fillRect/>
          </a:stretch>
        </p:blipFill>
        <p:spPr>
          <a:xfrm>
            <a:off x="7827044" y="4367429"/>
            <a:ext cx="357188" cy="357188"/>
          </a:xfrm>
          <a:prstGeom prst="rect">
            <a:avLst/>
          </a:prstGeom>
        </p:spPr>
      </p:pic>
      <p:pic>
        <p:nvPicPr>
          <p:cNvPr id="39" name="Inhaltsplatzhalter 5" descr="coment.png"/>
          <p:cNvPicPr>
            <a:picLocks noChangeAspect="1"/>
          </p:cNvPicPr>
          <p:nvPr/>
        </p:nvPicPr>
        <p:blipFill>
          <a:blip r:embed="rId35" cstate="print"/>
          <a:stretch>
            <a:fillRect/>
          </a:stretch>
        </p:blipFill>
        <p:spPr>
          <a:xfrm>
            <a:off x="8403108" y="4367429"/>
            <a:ext cx="357188" cy="357188"/>
          </a:xfrm>
          <a:prstGeom prst="rect">
            <a:avLst/>
          </a:prstGeom>
        </p:spPr>
      </p:pic>
      <p:pic>
        <p:nvPicPr>
          <p:cNvPr id="40" name="Inhaltsplatzhalter 5" descr="coment.png"/>
          <p:cNvPicPr>
            <a:picLocks noChangeAspect="1"/>
          </p:cNvPicPr>
          <p:nvPr/>
        </p:nvPicPr>
        <p:blipFill>
          <a:blip r:embed="rId36" cstate="print"/>
          <a:stretch>
            <a:fillRect/>
          </a:stretch>
        </p:blipFill>
        <p:spPr>
          <a:xfrm>
            <a:off x="8976320" y="4367956"/>
            <a:ext cx="357188" cy="357188"/>
          </a:xfrm>
          <a:prstGeom prst="rect">
            <a:avLst/>
          </a:prstGeom>
        </p:spPr>
      </p:pic>
      <p:pic>
        <p:nvPicPr>
          <p:cNvPr id="41" name="Inhaltsplatzhalter 5" descr="coment.png"/>
          <p:cNvPicPr>
            <a:picLocks noChangeAspect="1"/>
          </p:cNvPicPr>
          <p:nvPr/>
        </p:nvPicPr>
        <p:blipFill>
          <a:blip r:embed="rId37" cstate="print"/>
          <a:stretch>
            <a:fillRect/>
          </a:stretch>
        </p:blipFill>
        <p:spPr>
          <a:xfrm>
            <a:off x="9555236" y="4365631"/>
            <a:ext cx="357188" cy="357188"/>
          </a:xfrm>
          <a:prstGeom prst="rect">
            <a:avLst/>
          </a:prstGeom>
        </p:spPr>
      </p:pic>
    </p:spTree>
  </p:cSld>
  <p:clrMapOvr>
    <a:masterClrMapping/>
  </p:clrMapOvr>
  <p:transition>
    <p:fade/>
  </p:transition>
</p:sld>
</file>

<file path=ppt/theme/theme1.xml><?xml version="1.0" encoding="utf-8"?>
<a:theme xmlns:a="http://schemas.openxmlformats.org/drawingml/2006/main" name="LightsOn">
  <a:themeElements>
    <a:clrScheme name="Purple_Moving_Lights">
      <a:dk1>
        <a:srgbClr val="3C3C3C"/>
      </a:dk1>
      <a:lt1>
        <a:srgbClr val="64645A"/>
      </a:lt1>
      <a:dk2>
        <a:srgbClr val="FFFFF0"/>
      </a:dk2>
      <a:lt2>
        <a:srgbClr val="D2D2BE"/>
      </a:lt2>
      <a:accent1>
        <a:srgbClr val="781955"/>
      </a:accent1>
      <a:accent2>
        <a:srgbClr val="E696D2"/>
      </a:accent2>
      <a:accent3>
        <a:srgbClr val="1E4F56"/>
      </a:accent3>
      <a:accent4>
        <a:srgbClr val="647300"/>
      </a:accent4>
      <a:accent5>
        <a:srgbClr val="DCB4D2"/>
      </a:accent5>
      <a:accent6>
        <a:srgbClr val="005064"/>
      </a:accent6>
      <a:hlink>
        <a:srgbClr val="647300"/>
      </a:hlink>
      <a:folHlink>
        <a:srgbClr val="0A466E"/>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1240</TotalTime>
  <Words>1511</Words>
  <Application>Microsoft Office PowerPoint</Application>
  <PresentationFormat>Widescreen</PresentationFormat>
  <Paragraphs>121</Paragraphs>
  <Slides>17</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LightsOn</vt:lpstr>
      <vt:lpstr>PowerPoint Presentation</vt:lpstr>
      <vt:lpstr>Unit V: Participants and Research Ethics </vt:lpstr>
      <vt:lpstr>Unit V: Report Writing What is a Research Report? </vt:lpstr>
      <vt:lpstr>Unit V: Report Writing What is a Research Report? </vt:lpstr>
      <vt:lpstr>Unit V: Report Writing Need of Research Report </vt:lpstr>
      <vt:lpstr>Unit V: Report Writing Need of Research Report </vt:lpstr>
      <vt:lpstr>Unit V: Report Writing Need of Research Report </vt:lpstr>
      <vt:lpstr>Unit V: Report Writing Need of Research Report </vt:lpstr>
      <vt:lpstr>Unit V: Report Writing Need of Research Report </vt:lpstr>
      <vt:lpstr>Unit V: Report Writing Need of Research Report </vt:lpstr>
      <vt:lpstr>Unit V: Report Writing Need of Research Report </vt:lpstr>
      <vt:lpstr>Unit V: Report Writing Need of Research Report </vt:lpstr>
      <vt:lpstr>Unit V: Report Writing Need of Research Report </vt:lpstr>
      <vt:lpstr>Unit V: Report Writing Need of Research Report </vt:lpstr>
      <vt:lpstr>Unit V: Report Writing Need of Research Report </vt:lpstr>
      <vt:lpstr>Thanks for Listening...</vt:lpstr>
      <vt:lpstr>Bonus: Over 30 Project Icons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booboo</dc:creator>
  <cp:lastModifiedBy>Prem Bahadur KC</cp:lastModifiedBy>
  <cp:revision>283</cp:revision>
  <dcterms:created xsi:type="dcterms:W3CDTF">2011-04-28T14:24:50Z</dcterms:created>
  <dcterms:modified xsi:type="dcterms:W3CDTF">2026-01-05T06:17:02Z</dcterms:modified>
</cp:coreProperties>
</file>