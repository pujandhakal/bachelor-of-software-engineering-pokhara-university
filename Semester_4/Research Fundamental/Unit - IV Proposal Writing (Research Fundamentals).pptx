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60" r:id="rId3"/>
    <p:sldId id="295" r:id="rId4"/>
    <p:sldId id="412" r:id="rId5"/>
    <p:sldId id="424" r:id="rId6"/>
    <p:sldId id="418" r:id="rId7"/>
    <p:sldId id="426" r:id="rId8"/>
    <p:sldId id="425" r:id="rId9"/>
    <p:sldId id="419" r:id="rId10"/>
    <p:sldId id="420" r:id="rId11"/>
    <p:sldId id="429" r:id="rId12"/>
    <p:sldId id="421" r:id="rId13"/>
    <p:sldId id="427" r:id="rId14"/>
    <p:sldId id="422" r:id="rId15"/>
    <p:sldId id="428" r:id="rId16"/>
    <p:sldId id="423" r:id="rId17"/>
    <p:sldId id="271" r:id="rId1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C083E6E3-FA7D-4D7B-A595-EF9225AFEA82}" styleName="Helle Formatvorlage 1 - Akz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019" autoAdjust="0"/>
    <p:restoredTop sz="94660"/>
  </p:normalViewPr>
  <p:slideViewPr>
    <p:cSldViewPr showGuides="1">
      <p:cViewPr varScale="1">
        <p:scale>
          <a:sx n="82" d="100"/>
          <a:sy n="82" d="100"/>
        </p:scale>
        <p:origin x="211" y="5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howGuides="1">
      <p:cViewPr varScale="1">
        <p:scale>
          <a:sx n="96" d="100"/>
          <a:sy n="96" d="100"/>
        </p:scale>
        <p:origin x="-3606" y="-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5F88E8-A384-43EF-AD47-7131EA31A48D}" type="datetimeFigureOut">
              <a:rPr lang="de-DE" smtClean="0"/>
              <a:pPr/>
              <a:t>02.01.2026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D75B27-EA39-4F13-BC45-9C0ECB6C1EEB}" type="slidenum">
              <a:rPr lang="de-DE" smtClean="0"/>
              <a:pPr/>
              <a:t>‹#›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D75B27-EA39-4F13-BC45-9C0ECB6C1EEB}" type="slidenum">
              <a:rPr lang="de-DE" smtClean="0"/>
              <a:pPr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089798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D75B27-EA39-4F13-BC45-9C0ECB6C1EEB}" type="slidenum">
              <a:rPr lang="de-DE" smtClean="0"/>
              <a:pPr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11252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D75B27-EA39-4F13-BC45-9C0ECB6C1EEB}" type="slidenum">
              <a:rPr lang="de-DE" smtClean="0"/>
              <a:pPr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8904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B1B72-FF07-9820-E717-D3826FC78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BF4967-AF50-E08A-4888-3FBC2CAE0C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F1EA41-1D29-18F8-706C-5C7B796BAB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669B05-49E0-22A3-B2EF-478A55700B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D75B27-EA39-4F13-BC45-9C0ECB6C1EEB}" type="slidenum">
              <a:rPr lang="de-DE" smtClean="0"/>
              <a:pPr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870412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D75B27-EA39-4F13-BC45-9C0ECB6C1EEB}" type="slidenum">
              <a:rPr lang="de-DE" smtClean="0"/>
              <a:pPr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514311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D2F267-521E-4399-9FA2-377777F9C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4BC006-0AD9-2E79-4FDB-F473998F91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1BE072-7E90-BD8A-1350-D22C70535F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AF1E52-AC03-2C20-6775-044C68F781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D75B27-EA39-4F13-BC45-9C0ECB6C1EEB}" type="slidenum">
              <a:rPr lang="de-DE" smtClean="0"/>
              <a:pPr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651966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30702-D37E-1F50-792A-AF323506C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B99E74-DE32-89A5-F8FE-765DAB26A7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165968-7183-459D-5D54-70DD116AC7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7834D9-9FFA-2A6F-A3D3-332DC272E9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D75B27-EA39-4F13-BC45-9C0ECB6C1EEB}" type="slidenum">
              <a:rPr lang="de-DE" smtClean="0"/>
              <a:pPr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400813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D75B27-EA39-4F13-BC45-9C0ECB6C1EEB}" type="slidenum">
              <a:rPr lang="de-DE" smtClean="0"/>
              <a:pPr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648993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D75B27-EA39-4F13-BC45-9C0ECB6C1EEB}" type="slidenum">
              <a:rPr lang="de-DE" smtClean="0"/>
              <a:pPr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518854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47C40D-C905-F890-FC73-2E337BBCC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B4ECDB-2D50-52AC-C684-4A9C17A870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72D130-35DF-0F8F-0DBC-CEB1421EDC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8B1402-0E93-C2A1-8AFD-EB9CDD1E28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D75B27-EA39-4F13-BC45-9C0ECB6C1EEB}" type="slidenum">
              <a:rPr lang="de-DE" smtClean="0"/>
              <a:pPr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676094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D75B27-EA39-4F13-BC45-9C0ECB6C1EEB}" type="slidenum">
              <a:rPr lang="de-DE" smtClean="0"/>
              <a:pPr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444142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11A62-2C24-1C74-3A85-D6393AB0C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7AD584-A678-18E7-9596-49E38FADAD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225120-F2D3-4658-1C43-ECB24C4C01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FBBBBA-13F8-15BD-9B1D-F1BA1EC582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D75B27-EA39-4F13-BC45-9C0ECB6C1EEB}" type="slidenum">
              <a:rPr lang="de-DE" smtClean="0"/>
              <a:pPr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65839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D75B27-EA39-4F13-BC45-9C0ECB6C1EEB}" type="slidenum">
              <a:rPr lang="de-DE" smtClean="0"/>
              <a:pPr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851362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D3BCD-F719-DCA7-566C-6F8357C50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0C342C-7AFA-7351-43AC-6C8B7535A0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F085B2-CA63-CEBA-770E-4F4644E6C4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FE219C-058D-B45E-EA8E-5EC20A2D5B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D75B27-EA39-4F13-BC45-9C0ECB6C1EEB}" type="slidenum">
              <a:rPr lang="de-DE" smtClean="0"/>
              <a:pPr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924495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D75B27-EA39-4F13-BC45-9C0ECB6C1EEB}" type="slidenum">
              <a:rPr lang="de-DE" smtClean="0"/>
              <a:pPr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244473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lights_ppt_start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el 1"/>
          <p:cNvSpPr>
            <a:spLocks noGrp="1"/>
          </p:cNvSpPr>
          <p:nvPr>
            <p:ph type="ctrTitle" hasCustomPrompt="1"/>
          </p:nvPr>
        </p:nvSpPr>
        <p:spPr>
          <a:xfrm>
            <a:off x="0" y="4437113"/>
            <a:ext cx="12192000" cy="821953"/>
          </a:xfrm>
        </p:spPr>
        <p:txBody>
          <a:bodyPr lIns="0" tIns="0" rIns="0" bIns="0" anchor="t" anchorCtr="0">
            <a:noAutofit/>
          </a:bodyPr>
          <a:lstStyle>
            <a:lvl1pPr>
              <a:defRPr sz="5400" b="0" spc="-150">
                <a:solidFill>
                  <a:schemeClr val="tx2"/>
                </a:solidFill>
                <a:effectLst>
                  <a:outerShdw dist="12700" dir="16200000" algn="t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de-DE" dirty="0"/>
              <a:t>The </a:t>
            </a:r>
            <a:r>
              <a:rPr lang="de-DE" dirty="0" err="1"/>
              <a:t>Presentation</a:t>
            </a:r>
            <a:r>
              <a:rPr lang="de-DE" dirty="0"/>
              <a:t> Title</a:t>
            </a:r>
          </a:p>
        </p:txBody>
      </p:sp>
      <p:sp>
        <p:nvSpPr>
          <p:cNvPr id="9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0" y="5187057"/>
            <a:ext cx="12192000" cy="576064"/>
          </a:xfrm>
        </p:spPr>
        <p:txBody>
          <a:bodyPr>
            <a:normAutofit/>
          </a:bodyPr>
          <a:lstStyle>
            <a:lvl1pPr marL="0" indent="0" algn="ctr">
              <a:buNone/>
              <a:defRPr sz="1800" i="1">
                <a:solidFill>
                  <a:schemeClr val="accent2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Speakers Name, Date</a:t>
            </a:r>
            <a:endParaRPr lang="de-DE" dirty="0"/>
          </a:p>
        </p:txBody>
      </p:sp>
      <p:pic>
        <p:nvPicPr>
          <p:cNvPr id="11" name="Grafik 10" descr="arrow_next.png">
            <a:hlinkClick r:id="" action="ppaction://hlinkshowjump?jump=nextslide"/>
          </p:cNvPr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1228255" y="6191789"/>
            <a:ext cx="469900" cy="352425"/>
          </a:xfrm>
          <a:prstGeom prst="rect">
            <a:avLst/>
          </a:prstGeom>
        </p:spPr>
      </p:pic>
      <p:sp>
        <p:nvSpPr>
          <p:cNvPr id="13" name="Inhaltsplatzhalter 2"/>
          <p:cNvSpPr>
            <a:spLocks noGrp="1"/>
          </p:cNvSpPr>
          <p:nvPr>
            <p:ph idx="10" hasCustomPrompt="1"/>
          </p:nvPr>
        </p:nvSpPr>
        <p:spPr>
          <a:xfrm>
            <a:off x="719403" y="620688"/>
            <a:ext cx="10753195" cy="2304256"/>
          </a:xfrm>
        </p:spPr>
        <p:txBody>
          <a:bodyPr wrap="square" lIns="0" tIns="0" rIns="0" bIns="0" numCol="1" anchor="ctr" anchorCtr="0">
            <a:noAutofit/>
          </a:bodyPr>
          <a:lstStyle>
            <a:lvl1pPr marL="0" indent="-180000" algn="ctr">
              <a:lnSpc>
                <a:spcPct val="100000"/>
              </a:lnSpc>
              <a:spcBef>
                <a:spcPts val="100"/>
              </a:spcBef>
              <a:buFont typeface="Arial" pitchFamily="34" charset="0"/>
              <a:buNone/>
              <a:defRPr lang="de-DE" sz="4000" b="1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 err="1"/>
              <a:t>Your</a:t>
            </a:r>
            <a:r>
              <a:rPr lang="de-DE" dirty="0"/>
              <a:t> Logo </a:t>
            </a:r>
            <a:r>
              <a:rPr lang="de-DE" dirty="0" err="1"/>
              <a:t>or</a:t>
            </a:r>
            <a:r>
              <a:rPr lang="de-DE" dirty="0"/>
              <a:t> Company Name</a:t>
            </a:r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 descr="lights_ppt_footer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Grafik 14" descr="trenner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0" y="1196752"/>
            <a:ext cx="12192000" cy="178594"/>
          </a:xfrm>
          <a:prstGeom prst="rect">
            <a:avLst/>
          </a:prstGeom>
        </p:spPr>
      </p:pic>
      <p:sp>
        <p:nvSpPr>
          <p:cNvPr id="16" name="Titel 1"/>
          <p:cNvSpPr>
            <a:spLocks noGrp="1"/>
          </p:cNvSpPr>
          <p:nvPr>
            <p:ph type="ctrTitle" hasCustomPrompt="1"/>
          </p:nvPr>
        </p:nvSpPr>
        <p:spPr>
          <a:xfrm>
            <a:off x="815414" y="317788"/>
            <a:ext cx="10561173" cy="864096"/>
          </a:xfrm>
          <a:noFill/>
        </p:spPr>
        <p:txBody>
          <a:bodyPr wrap="square" lIns="0" tIns="0" rIns="0" bIns="0" anchor="t" anchorCtr="0">
            <a:noAutofit/>
          </a:bodyPr>
          <a:lstStyle>
            <a:lvl1pPr algn="l">
              <a:defRPr sz="4400" b="1">
                <a:solidFill>
                  <a:schemeClr val="accent1"/>
                </a:solidFill>
                <a:effectLst/>
                <a:latin typeface="+mj-lt"/>
              </a:defRPr>
            </a:lvl1pPr>
          </a:lstStyle>
          <a:p>
            <a:r>
              <a:rPr lang="de-DE" dirty="0" err="1"/>
              <a:t>Your</a:t>
            </a:r>
            <a:r>
              <a:rPr lang="de-DE" dirty="0"/>
              <a:t> Headline</a:t>
            </a:r>
          </a:p>
        </p:txBody>
      </p:sp>
      <p:sp>
        <p:nvSpPr>
          <p:cNvPr id="17" name="Inhaltsplatzhalter 2"/>
          <p:cNvSpPr>
            <a:spLocks noGrp="1"/>
          </p:cNvSpPr>
          <p:nvPr>
            <p:ph idx="1" hasCustomPrompt="1"/>
          </p:nvPr>
        </p:nvSpPr>
        <p:spPr>
          <a:xfrm>
            <a:off x="815413" y="1556792"/>
            <a:ext cx="4704523" cy="3960440"/>
          </a:xfrm>
        </p:spPr>
        <p:txBody>
          <a:bodyPr wrap="square" lIns="0" tIns="0" rIns="0" bIns="0" numCol="1" anchor="t" anchorCtr="0">
            <a:noAutofit/>
          </a:bodyPr>
          <a:lstStyle>
            <a:lvl1pPr marL="0" indent="-180000" algn="just">
              <a:lnSpc>
                <a:spcPct val="100000"/>
              </a:lnSpc>
              <a:spcBef>
                <a:spcPts val="100"/>
              </a:spcBef>
              <a:buFont typeface="Arial" pitchFamily="34" charset="0"/>
              <a:buNone/>
              <a:defRPr lang="de-DE" sz="16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Your Text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Bullets</a:t>
            </a:r>
            <a:r>
              <a:rPr lang="de-DE" dirty="0"/>
              <a:t> </a:t>
            </a:r>
            <a:r>
              <a:rPr lang="de-DE" dirty="0" err="1"/>
              <a:t>goes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!</a:t>
            </a:r>
          </a:p>
        </p:txBody>
      </p:sp>
      <p:sp>
        <p:nvSpPr>
          <p:cNvPr id="18" name="Inhaltsplatzhalter 2"/>
          <p:cNvSpPr>
            <a:spLocks noGrp="1"/>
          </p:cNvSpPr>
          <p:nvPr>
            <p:ph idx="13" hasCustomPrompt="1"/>
          </p:nvPr>
        </p:nvSpPr>
        <p:spPr>
          <a:xfrm>
            <a:off x="6672064" y="1556792"/>
            <a:ext cx="4704523" cy="3960440"/>
          </a:xfrm>
        </p:spPr>
        <p:txBody>
          <a:bodyPr wrap="square" lIns="0" tIns="0" rIns="0" bIns="0" numCol="1" anchor="t" anchorCtr="0">
            <a:noAutofit/>
          </a:bodyPr>
          <a:lstStyle>
            <a:lvl1pPr marL="0" indent="-180000" algn="just">
              <a:lnSpc>
                <a:spcPct val="100000"/>
              </a:lnSpc>
              <a:spcBef>
                <a:spcPts val="100"/>
              </a:spcBef>
              <a:buFont typeface="Arial" pitchFamily="34" charset="0"/>
              <a:buNone/>
              <a:defRPr lang="de-DE" sz="16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Your Text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Bullets</a:t>
            </a:r>
            <a:r>
              <a:rPr lang="de-DE" dirty="0"/>
              <a:t> </a:t>
            </a:r>
            <a:r>
              <a:rPr lang="de-DE" dirty="0" err="1"/>
              <a:t>goes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!</a:t>
            </a:r>
          </a:p>
        </p:txBody>
      </p:sp>
      <p:pic>
        <p:nvPicPr>
          <p:cNvPr id="24" name="Grafik 23" descr="arrow_back.png">
            <a:hlinkClick r:id="" action="ppaction://hlinkshowjump?jump=previousslide"/>
          </p:cNvPr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10264510" y="6191789"/>
            <a:ext cx="469900" cy="352425"/>
          </a:xfrm>
          <a:prstGeom prst="rect">
            <a:avLst/>
          </a:prstGeom>
        </p:spPr>
      </p:pic>
      <p:pic>
        <p:nvPicPr>
          <p:cNvPr id="25" name="Grafik 24" descr="arrow_next.png">
            <a:hlinkClick r:id="" action="ppaction://hlinkshowjump?jump=nextslide"/>
          </p:cNvPr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11228255" y="6191789"/>
            <a:ext cx="469900" cy="352425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17CDB903-31BF-870B-0AFD-3C4F2BEC52F6}"/>
              </a:ext>
            </a:extLst>
          </p:cNvPr>
          <p:cNvGrpSpPr/>
          <p:nvPr userDrawn="1"/>
        </p:nvGrpSpPr>
        <p:grpSpPr>
          <a:xfrm>
            <a:off x="323697" y="5737453"/>
            <a:ext cx="9633103" cy="983432"/>
            <a:chOff x="323697" y="5737453"/>
            <a:chExt cx="9633103" cy="983432"/>
          </a:xfrm>
        </p:grpSpPr>
        <p:sp>
          <p:nvSpPr>
            <p:cNvPr id="3" name="Fußzeilenplatzhalter 4">
              <a:extLst>
                <a:ext uri="{FF2B5EF4-FFF2-40B4-BE49-F238E27FC236}">
                  <a16:creationId xmlns:a16="http://schemas.microsoft.com/office/drawing/2014/main" id="{4F82ADD7-B33F-A479-D28E-987732E81A62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248128" y="6310003"/>
              <a:ext cx="2708672" cy="260736"/>
            </a:xfrm>
            <a:prstGeom prst="rect">
              <a:avLst/>
            </a:prstGeom>
          </p:spPr>
          <p:txBody>
            <a:bodyPr vert="horz" lIns="0" tIns="0" rIns="0" bIns="0" rtlCol="0" anchor="t" anchorCtr="0"/>
            <a:lstStyle>
              <a:lvl1pPr algn="l">
                <a:defRPr>
                  <a:solidFill>
                    <a:schemeClr val="bg1"/>
                  </a:solidFill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Email: krishnabs@nec.edu.np</a:t>
              </a:r>
              <a:endParaRPr kumimoji="0" lang="de-DE" sz="10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Fußzeilenplatzhalter 4">
              <a:extLst>
                <a:ext uri="{FF2B5EF4-FFF2-40B4-BE49-F238E27FC236}">
                  <a16:creationId xmlns:a16="http://schemas.microsoft.com/office/drawing/2014/main" id="{47F82A50-18B8-892F-10BD-5E578EAC9442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493319" y="6027233"/>
              <a:ext cx="2784309" cy="648072"/>
            </a:xfrm>
            <a:prstGeom prst="rect">
              <a:avLst/>
            </a:prstGeom>
          </p:spPr>
          <p:txBody>
            <a:bodyPr vert="horz" lIns="0" tIns="0" rIns="0" bIns="0" rtlCol="0" anchor="t" anchorCtr="0"/>
            <a:lstStyle>
              <a:lvl1pPr algn="l">
                <a:defRPr>
                  <a:solidFill>
                    <a:schemeClr val="bg1"/>
                  </a:solidFill>
                </a:defRPr>
              </a:lvl1pPr>
            </a:lstStyle>
            <a:p>
              <a:r>
                <a:rPr lang="en-US" sz="1000" dirty="0">
                  <a:solidFill>
                    <a:schemeClr val="accent2"/>
                  </a:solidFill>
                </a:rPr>
                <a:t>Department of Computer Science and Engineering</a:t>
              </a:r>
            </a:p>
            <a:p>
              <a:r>
                <a:rPr lang="en-US" sz="1000" dirty="0">
                  <a:solidFill>
                    <a:schemeClr val="accent2"/>
                  </a:solidFill>
                </a:rPr>
                <a:t>Nepal Engineering College</a:t>
              </a:r>
            </a:p>
            <a:p>
              <a:r>
                <a:rPr lang="en-US" sz="1000" dirty="0">
                  <a:solidFill>
                    <a:schemeClr val="accent2"/>
                  </a:solidFill>
                </a:rPr>
                <a:t>Changunarayan - 4</a:t>
              </a:r>
              <a:endParaRPr lang="de-DE" sz="1000" dirty="0">
                <a:solidFill>
                  <a:schemeClr val="accent2"/>
                </a:solidFill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BBF0FE4-B8A2-FA82-1C84-49AEE592301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3697" y="5737453"/>
              <a:ext cx="983432" cy="983432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 descr="lights_ppt_footer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Grafik 14" descr="trenner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0" y="1196752"/>
            <a:ext cx="12192000" cy="178594"/>
          </a:xfrm>
          <a:prstGeom prst="rect">
            <a:avLst/>
          </a:prstGeom>
        </p:spPr>
      </p:pic>
      <p:sp>
        <p:nvSpPr>
          <p:cNvPr id="16" name="Titel 1"/>
          <p:cNvSpPr>
            <a:spLocks noGrp="1"/>
          </p:cNvSpPr>
          <p:nvPr>
            <p:ph type="ctrTitle" hasCustomPrompt="1"/>
          </p:nvPr>
        </p:nvSpPr>
        <p:spPr>
          <a:xfrm>
            <a:off x="815414" y="317788"/>
            <a:ext cx="10561173" cy="864096"/>
          </a:xfrm>
          <a:noFill/>
        </p:spPr>
        <p:txBody>
          <a:bodyPr wrap="square" lIns="0" tIns="0" rIns="0" bIns="0" anchor="t" anchorCtr="0">
            <a:noAutofit/>
          </a:bodyPr>
          <a:lstStyle>
            <a:lvl1pPr algn="l">
              <a:defRPr sz="4400" b="1">
                <a:solidFill>
                  <a:schemeClr val="accent1"/>
                </a:solidFill>
                <a:effectLst/>
                <a:latin typeface="+mj-lt"/>
              </a:defRPr>
            </a:lvl1pPr>
          </a:lstStyle>
          <a:p>
            <a:r>
              <a:rPr lang="de-DE" dirty="0" err="1"/>
              <a:t>Your</a:t>
            </a:r>
            <a:r>
              <a:rPr lang="de-DE" dirty="0"/>
              <a:t> Headline</a:t>
            </a:r>
          </a:p>
        </p:txBody>
      </p:sp>
      <p:sp>
        <p:nvSpPr>
          <p:cNvPr id="17" name="Inhaltsplatzhalter 2"/>
          <p:cNvSpPr>
            <a:spLocks noGrp="1"/>
          </p:cNvSpPr>
          <p:nvPr>
            <p:ph idx="1" hasCustomPrompt="1"/>
          </p:nvPr>
        </p:nvSpPr>
        <p:spPr>
          <a:xfrm>
            <a:off x="815414" y="1556792"/>
            <a:ext cx="10561173" cy="1872208"/>
          </a:xfrm>
        </p:spPr>
        <p:txBody>
          <a:bodyPr wrap="square" lIns="0" tIns="0" rIns="0" bIns="0" numCol="1" anchor="t" anchorCtr="0">
            <a:noAutofit/>
          </a:bodyPr>
          <a:lstStyle>
            <a:lvl1pPr marL="0" indent="-180000" algn="just">
              <a:lnSpc>
                <a:spcPct val="100000"/>
              </a:lnSpc>
              <a:spcBef>
                <a:spcPts val="100"/>
              </a:spcBef>
              <a:buFont typeface="Arial" pitchFamily="34" charset="0"/>
              <a:buNone/>
              <a:defRPr lang="de-DE" sz="16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Your Text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Bullets</a:t>
            </a:r>
            <a:r>
              <a:rPr lang="de-DE" dirty="0"/>
              <a:t> </a:t>
            </a:r>
            <a:r>
              <a:rPr lang="de-DE" dirty="0" err="1"/>
              <a:t>goes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!</a:t>
            </a:r>
          </a:p>
        </p:txBody>
      </p:sp>
      <p:sp>
        <p:nvSpPr>
          <p:cNvPr id="18" name="Inhaltsplatzhalter 2"/>
          <p:cNvSpPr>
            <a:spLocks noGrp="1"/>
          </p:cNvSpPr>
          <p:nvPr>
            <p:ph idx="13" hasCustomPrompt="1"/>
          </p:nvPr>
        </p:nvSpPr>
        <p:spPr>
          <a:xfrm>
            <a:off x="815414" y="3717032"/>
            <a:ext cx="10561173" cy="1800200"/>
          </a:xfrm>
        </p:spPr>
        <p:txBody>
          <a:bodyPr wrap="square" lIns="0" tIns="0" rIns="0" bIns="0" numCol="1" anchor="t" anchorCtr="0">
            <a:noAutofit/>
          </a:bodyPr>
          <a:lstStyle>
            <a:lvl1pPr marL="0" indent="-180000" algn="just">
              <a:lnSpc>
                <a:spcPct val="100000"/>
              </a:lnSpc>
              <a:spcBef>
                <a:spcPts val="100"/>
              </a:spcBef>
              <a:buFont typeface="Arial" pitchFamily="34" charset="0"/>
              <a:buNone/>
              <a:defRPr lang="de-DE" sz="16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Your Text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Bullets</a:t>
            </a:r>
            <a:r>
              <a:rPr lang="de-DE" dirty="0"/>
              <a:t> </a:t>
            </a:r>
            <a:r>
              <a:rPr lang="de-DE" dirty="0" err="1"/>
              <a:t>goes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!</a:t>
            </a:r>
          </a:p>
        </p:txBody>
      </p:sp>
      <p:pic>
        <p:nvPicPr>
          <p:cNvPr id="22" name="Grafik 21" descr="arrow_back.png">
            <a:hlinkClick r:id="" action="ppaction://hlinkshowjump?jump=previousslide"/>
          </p:cNvPr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10264510" y="6191789"/>
            <a:ext cx="469900" cy="352425"/>
          </a:xfrm>
          <a:prstGeom prst="rect">
            <a:avLst/>
          </a:prstGeom>
        </p:spPr>
      </p:pic>
      <p:pic>
        <p:nvPicPr>
          <p:cNvPr id="23" name="Grafik 22" descr="arrow_next.png">
            <a:hlinkClick r:id="" action="ppaction://hlinkshowjump?jump=nextslide"/>
          </p:cNvPr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11228255" y="6191789"/>
            <a:ext cx="469900" cy="352425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5071FD52-D2F1-253E-52E1-FD4165240DA1}"/>
              </a:ext>
            </a:extLst>
          </p:cNvPr>
          <p:cNvGrpSpPr/>
          <p:nvPr userDrawn="1"/>
        </p:nvGrpSpPr>
        <p:grpSpPr>
          <a:xfrm>
            <a:off x="323697" y="5737453"/>
            <a:ext cx="9633103" cy="983432"/>
            <a:chOff x="323697" y="5737453"/>
            <a:chExt cx="9633103" cy="983432"/>
          </a:xfrm>
        </p:grpSpPr>
        <p:sp>
          <p:nvSpPr>
            <p:cNvPr id="3" name="Fußzeilenplatzhalter 4">
              <a:extLst>
                <a:ext uri="{FF2B5EF4-FFF2-40B4-BE49-F238E27FC236}">
                  <a16:creationId xmlns:a16="http://schemas.microsoft.com/office/drawing/2014/main" id="{26505E69-2BB7-6F99-AF66-A7ABBFC03F1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248128" y="6310003"/>
              <a:ext cx="2708672" cy="260736"/>
            </a:xfrm>
            <a:prstGeom prst="rect">
              <a:avLst/>
            </a:prstGeom>
          </p:spPr>
          <p:txBody>
            <a:bodyPr vert="horz" lIns="0" tIns="0" rIns="0" bIns="0" rtlCol="0" anchor="t" anchorCtr="0"/>
            <a:lstStyle>
              <a:lvl1pPr algn="l">
                <a:defRPr>
                  <a:solidFill>
                    <a:schemeClr val="bg1"/>
                  </a:solidFill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Email: krishnabs@nec.edu.np</a:t>
              </a:r>
              <a:endParaRPr kumimoji="0" lang="de-DE" sz="10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Fußzeilenplatzhalter 4">
              <a:extLst>
                <a:ext uri="{FF2B5EF4-FFF2-40B4-BE49-F238E27FC236}">
                  <a16:creationId xmlns:a16="http://schemas.microsoft.com/office/drawing/2014/main" id="{FD2380AE-6804-EF1E-F7D9-CB524288E624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493319" y="6027233"/>
              <a:ext cx="2784309" cy="648072"/>
            </a:xfrm>
            <a:prstGeom prst="rect">
              <a:avLst/>
            </a:prstGeom>
          </p:spPr>
          <p:txBody>
            <a:bodyPr vert="horz" lIns="0" tIns="0" rIns="0" bIns="0" rtlCol="0" anchor="t" anchorCtr="0"/>
            <a:lstStyle>
              <a:lvl1pPr algn="l">
                <a:defRPr>
                  <a:solidFill>
                    <a:schemeClr val="bg1"/>
                  </a:solidFill>
                </a:defRPr>
              </a:lvl1pPr>
            </a:lstStyle>
            <a:p>
              <a:r>
                <a:rPr lang="en-US" sz="1000" dirty="0">
                  <a:solidFill>
                    <a:schemeClr val="accent2"/>
                  </a:solidFill>
                </a:rPr>
                <a:t>Department of Computer Science and Engineering</a:t>
              </a:r>
            </a:p>
            <a:p>
              <a:r>
                <a:rPr lang="en-US" sz="1000" dirty="0">
                  <a:solidFill>
                    <a:schemeClr val="accent2"/>
                  </a:solidFill>
                </a:rPr>
                <a:t>Nepal Engineering College</a:t>
              </a:r>
            </a:p>
            <a:p>
              <a:r>
                <a:rPr lang="en-US" sz="1000" dirty="0">
                  <a:solidFill>
                    <a:schemeClr val="accent2"/>
                  </a:solidFill>
                </a:rPr>
                <a:t>Changunarayan - 4</a:t>
              </a:r>
              <a:endParaRPr lang="de-DE" sz="1000" dirty="0">
                <a:solidFill>
                  <a:schemeClr val="accent2"/>
                </a:solidFill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B06F30F-99E4-C74F-DD0A-4A22A813D17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3697" y="5737453"/>
              <a:ext cx="983432" cy="983432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 descr="lights_ppt_footer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Grafik 14" descr="trenner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0" y="1196752"/>
            <a:ext cx="12192000" cy="178594"/>
          </a:xfrm>
          <a:prstGeom prst="rect">
            <a:avLst/>
          </a:prstGeom>
        </p:spPr>
      </p:pic>
      <p:sp>
        <p:nvSpPr>
          <p:cNvPr id="16" name="Titel 1"/>
          <p:cNvSpPr>
            <a:spLocks noGrp="1"/>
          </p:cNvSpPr>
          <p:nvPr>
            <p:ph type="ctrTitle" hasCustomPrompt="1"/>
          </p:nvPr>
        </p:nvSpPr>
        <p:spPr>
          <a:xfrm>
            <a:off x="815414" y="317788"/>
            <a:ext cx="10561173" cy="864096"/>
          </a:xfrm>
          <a:noFill/>
        </p:spPr>
        <p:txBody>
          <a:bodyPr wrap="square" lIns="0" tIns="0" rIns="0" bIns="0" anchor="t" anchorCtr="0">
            <a:noAutofit/>
          </a:bodyPr>
          <a:lstStyle>
            <a:lvl1pPr algn="l">
              <a:defRPr sz="4400" b="1">
                <a:solidFill>
                  <a:schemeClr val="accent1"/>
                </a:solidFill>
                <a:effectLst/>
                <a:latin typeface="+mj-lt"/>
              </a:defRPr>
            </a:lvl1pPr>
          </a:lstStyle>
          <a:p>
            <a:r>
              <a:rPr lang="de-DE" dirty="0" err="1"/>
              <a:t>Your</a:t>
            </a:r>
            <a:r>
              <a:rPr lang="de-DE" dirty="0"/>
              <a:t> Headline</a:t>
            </a:r>
          </a:p>
        </p:txBody>
      </p:sp>
      <p:sp>
        <p:nvSpPr>
          <p:cNvPr id="17" name="Inhaltsplatzhalter 2"/>
          <p:cNvSpPr>
            <a:spLocks noGrp="1"/>
          </p:cNvSpPr>
          <p:nvPr>
            <p:ph idx="1" hasCustomPrompt="1"/>
          </p:nvPr>
        </p:nvSpPr>
        <p:spPr>
          <a:xfrm>
            <a:off x="815413" y="3068960"/>
            <a:ext cx="3168352" cy="2448272"/>
          </a:xfrm>
        </p:spPr>
        <p:txBody>
          <a:bodyPr wrap="square" lIns="0" tIns="0" rIns="0" bIns="0" numCol="1" anchor="t" anchorCtr="0">
            <a:noAutofit/>
          </a:bodyPr>
          <a:lstStyle>
            <a:lvl1pPr marL="0" indent="-180000" algn="just">
              <a:lnSpc>
                <a:spcPct val="100000"/>
              </a:lnSpc>
              <a:spcBef>
                <a:spcPts val="100"/>
              </a:spcBef>
              <a:buFont typeface="Arial" pitchFamily="34" charset="0"/>
              <a:buNone/>
              <a:defRPr lang="de-DE" sz="16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Your Text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Bullets</a:t>
            </a:r>
            <a:r>
              <a:rPr lang="de-DE" dirty="0"/>
              <a:t> </a:t>
            </a:r>
            <a:r>
              <a:rPr lang="de-DE" dirty="0" err="1"/>
              <a:t>goes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!</a:t>
            </a:r>
          </a:p>
        </p:txBody>
      </p:sp>
      <p:sp>
        <p:nvSpPr>
          <p:cNvPr id="19" name="Bildplatzhalter 2" descr="Click For Your Pic"/>
          <p:cNvSpPr>
            <a:spLocks noGrp="1"/>
          </p:cNvSpPr>
          <p:nvPr>
            <p:ph type="pic" idx="13" hasCustomPrompt="1"/>
          </p:nvPr>
        </p:nvSpPr>
        <p:spPr>
          <a:xfrm>
            <a:off x="815413" y="1628800"/>
            <a:ext cx="3168352" cy="1152128"/>
          </a:xfrm>
          <a:gradFill flip="none" rotWithShape="1">
            <a:gsLst>
              <a:gs pos="0">
                <a:schemeClr val="tx2"/>
              </a:gs>
              <a:gs pos="50000">
                <a:schemeClr val="bg2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>
            <a:normAutofit/>
          </a:bodyPr>
          <a:lstStyle>
            <a:lvl1pPr marL="0" indent="0" algn="ctr">
              <a:buNone/>
              <a:defRPr sz="1400" baseline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dirty="0"/>
              <a:t>Place </a:t>
            </a:r>
            <a:r>
              <a:rPr lang="de-DE" dirty="0" err="1"/>
              <a:t>Your</a:t>
            </a:r>
            <a:r>
              <a:rPr lang="de-DE" dirty="0"/>
              <a:t> Picture </a:t>
            </a:r>
            <a:r>
              <a:rPr lang="de-DE" dirty="0" err="1"/>
              <a:t>Here</a:t>
            </a:r>
            <a:endParaRPr lang="de-DE" dirty="0"/>
          </a:p>
        </p:txBody>
      </p:sp>
      <p:sp>
        <p:nvSpPr>
          <p:cNvPr id="21" name="Bildplatzhalter 2" descr="Click For Your Pic"/>
          <p:cNvSpPr>
            <a:spLocks noGrp="1"/>
          </p:cNvSpPr>
          <p:nvPr>
            <p:ph type="pic" idx="14" hasCustomPrompt="1"/>
          </p:nvPr>
        </p:nvSpPr>
        <p:spPr>
          <a:xfrm>
            <a:off x="4511824" y="1628800"/>
            <a:ext cx="3168352" cy="1152128"/>
          </a:xfrm>
          <a:gradFill flip="none" rotWithShape="1">
            <a:gsLst>
              <a:gs pos="0">
                <a:schemeClr val="tx2"/>
              </a:gs>
              <a:gs pos="50000">
                <a:schemeClr val="bg2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>
            <a:normAutofit/>
          </a:bodyPr>
          <a:lstStyle>
            <a:lvl1pPr marL="0" indent="0" algn="ctr">
              <a:buNone/>
              <a:defRPr sz="1400" baseline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dirty="0"/>
              <a:t>Place </a:t>
            </a:r>
            <a:r>
              <a:rPr lang="de-DE" dirty="0" err="1"/>
              <a:t>Your</a:t>
            </a:r>
            <a:r>
              <a:rPr lang="de-DE" dirty="0"/>
              <a:t> Picture </a:t>
            </a:r>
            <a:r>
              <a:rPr lang="de-DE" dirty="0" err="1"/>
              <a:t>Here</a:t>
            </a:r>
            <a:endParaRPr lang="de-DE" dirty="0"/>
          </a:p>
        </p:txBody>
      </p:sp>
      <p:sp>
        <p:nvSpPr>
          <p:cNvPr id="22" name="Bildplatzhalter 2" descr="Click For Your Pic"/>
          <p:cNvSpPr>
            <a:spLocks noGrp="1"/>
          </p:cNvSpPr>
          <p:nvPr>
            <p:ph type="pic" idx="15" hasCustomPrompt="1"/>
          </p:nvPr>
        </p:nvSpPr>
        <p:spPr>
          <a:xfrm>
            <a:off x="8208235" y="1628800"/>
            <a:ext cx="3168352" cy="1152128"/>
          </a:xfrm>
          <a:gradFill flip="none" rotWithShape="1">
            <a:gsLst>
              <a:gs pos="0">
                <a:schemeClr val="tx2"/>
              </a:gs>
              <a:gs pos="50000">
                <a:schemeClr val="bg2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>
            <a:normAutofit/>
          </a:bodyPr>
          <a:lstStyle>
            <a:lvl1pPr marL="0" indent="0" algn="ctr">
              <a:buNone/>
              <a:defRPr sz="1400" baseline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dirty="0"/>
              <a:t>Place </a:t>
            </a:r>
            <a:r>
              <a:rPr lang="de-DE" dirty="0" err="1"/>
              <a:t>Your</a:t>
            </a:r>
            <a:r>
              <a:rPr lang="de-DE" dirty="0"/>
              <a:t> Picture </a:t>
            </a:r>
            <a:r>
              <a:rPr lang="de-DE" dirty="0" err="1"/>
              <a:t>Here</a:t>
            </a:r>
            <a:endParaRPr lang="de-DE" dirty="0"/>
          </a:p>
        </p:txBody>
      </p:sp>
      <p:sp>
        <p:nvSpPr>
          <p:cNvPr id="23" name="Inhaltsplatzhalter 2"/>
          <p:cNvSpPr>
            <a:spLocks noGrp="1"/>
          </p:cNvSpPr>
          <p:nvPr>
            <p:ph idx="16" hasCustomPrompt="1"/>
          </p:nvPr>
        </p:nvSpPr>
        <p:spPr>
          <a:xfrm>
            <a:off x="4511824" y="3068960"/>
            <a:ext cx="3168352" cy="2448272"/>
          </a:xfrm>
        </p:spPr>
        <p:txBody>
          <a:bodyPr wrap="square" lIns="0" tIns="0" rIns="0" bIns="0" numCol="1" anchor="t" anchorCtr="0">
            <a:noAutofit/>
          </a:bodyPr>
          <a:lstStyle>
            <a:lvl1pPr marL="0" indent="-180000" algn="just">
              <a:lnSpc>
                <a:spcPct val="100000"/>
              </a:lnSpc>
              <a:spcBef>
                <a:spcPts val="100"/>
              </a:spcBef>
              <a:buFont typeface="Arial" pitchFamily="34" charset="0"/>
              <a:buNone/>
              <a:defRPr lang="de-DE" sz="16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Your Text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Bullets</a:t>
            </a:r>
            <a:r>
              <a:rPr lang="de-DE" dirty="0"/>
              <a:t> </a:t>
            </a:r>
            <a:r>
              <a:rPr lang="de-DE" dirty="0" err="1"/>
              <a:t>goes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!</a:t>
            </a:r>
          </a:p>
        </p:txBody>
      </p:sp>
      <p:sp>
        <p:nvSpPr>
          <p:cNvPr id="24" name="Inhaltsplatzhalter 2"/>
          <p:cNvSpPr>
            <a:spLocks noGrp="1"/>
          </p:cNvSpPr>
          <p:nvPr>
            <p:ph idx="17" hasCustomPrompt="1"/>
          </p:nvPr>
        </p:nvSpPr>
        <p:spPr>
          <a:xfrm>
            <a:off x="8208235" y="3068960"/>
            <a:ext cx="3168352" cy="2448272"/>
          </a:xfrm>
        </p:spPr>
        <p:txBody>
          <a:bodyPr wrap="square" lIns="0" tIns="0" rIns="0" bIns="0" numCol="1" anchor="t" anchorCtr="0">
            <a:noAutofit/>
          </a:bodyPr>
          <a:lstStyle>
            <a:lvl1pPr marL="0" indent="-180000" algn="just">
              <a:lnSpc>
                <a:spcPct val="100000"/>
              </a:lnSpc>
              <a:spcBef>
                <a:spcPts val="100"/>
              </a:spcBef>
              <a:buFont typeface="Arial" pitchFamily="34" charset="0"/>
              <a:buNone/>
              <a:defRPr lang="de-DE" sz="16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Your Text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Bullets</a:t>
            </a:r>
            <a:r>
              <a:rPr lang="de-DE" dirty="0"/>
              <a:t> </a:t>
            </a:r>
            <a:r>
              <a:rPr lang="de-DE" dirty="0" err="1"/>
              <a:t>goes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!</a:t>
            </a:r>
          </a:p>
        </p:txBody>
      </p:sp>
      <p:pic>
        <p:nvPicPr>
          <p:cNvPr id="26" name="Grafik 25" descr="arrow_back.png">
            <a:hlinkClick r:id="" action="ppaction://hlinkshowjump?jump=previousslide"/>
          </p:cNvPr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10228781" y="6209233"/>
            <a:ext cx="469900" cy="352425"/>
          </a:xfrm>
          <a:prstGeom prst="rect">
            <a:avLst/>
          </a:prstGeom>
        </p:spPr>
      </p:pic>
      <p:pic>
        <p:nvPicPr>
          <p:cNvPr id="27" name="Grafik 26" descr="arrow_next.png">
            <a:hlinkClick r:id="" action="ppaction://hlinkshowjump?jump=nextslide"/>
          </p:cNvPr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11228255" y="6191789"/>
            <a:ext cx="469900" cy="352425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63C98A9B-3A53-7144-E746-A6E95A5AE5FE}"/>
              </a:ext>
            </a:extLst>
          </p:cNvPr>
          <p:cNvGrpSpPr/>
          <p:nvPr userDrawn="1"/>
        </p:nvGrpSpPr>
        <p:grpSpPr>
          <a:xfrm>
            <a:off x="323697" y="5737453"/>
            <a:ext cx="9633103" cy="983432"/>
            <a:chOff x="323697" y="5737453"/>
            <a:chExt cx="9633103" cy="983432"/>
          </a:xfrm>
        </p:grpSpPr>
        <p:sp>
          <p:nvSpPr>
            <p:cNvPr id="3" name="Fußzeilenplatzhalter 4">
              <a:extLst>
                <a:ext uri="{FF2B5EF4-FFF2-40B4-BE49-F238E27FC236}">
                  <a16:creationId xmlns:a16="http://schemas.microsoft.com/office/drawing/2014/main" id="{246B43EE-567F-1629-657A-21737C29773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248128" y="6310003"/>
              <a:ext cx="2708672" cy="260736"/>
            </a:xfrm>
            <a:prstGeom prst="rect">
              <a:avLst/>
            </a:prstGeom>
          </p:spPr>
          <p:txBody>
            <a:bodyPr vert="horz" lIns="0" tIns="0" rIns="0" bIns="0" rtlCol="0" anchor="t" anchorCtr="0"/>
            <a:lstStyle>
              <a:lvl1pPr algn="l">
                <a:defRPr>
                  <a:solidFill>
                    <a:schemeClr val="bg1"/>
                  </a:solidFill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Email: krishnabs@nec.edu.np</a:t>
              </a:r>
              <a:endParaRPr kumimoji="0" lang="de-DE" sz="10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Fußzeilenplatzhalter 4">
              <a:extLst>
                <a:ext uri="{FF2B5EF4-FFF2-40B4-BE49-F238E27FC236}">
                  <a16:creationId xmlns:a16="http://schemas.microsoft.com/office/drawing/2014/main" id="{0A9304C1-D815-5A20-D440-833129FB0BD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493319" y="6027233"/>
              <a:ext cx="2784309" cy="648072"/>
            </a:xfrm>
            <a:prstGeom prst="rect">
              <a:avLst/>
            </a:prstGeom>
          </p:spPr>
          <p:txBody>
            <a:bodyPr vert="horz" lIns="0" tIns="0" rIns="0" bIns="0" rtlCol="0" anchor="t" anchorCtr="0"/>
            <a:lstStyle>
              <a:lvl1pPr algn="l">
                <a:defRPr>
                  <a:solidFill>
                    <a:schemeClr val="bg1"/>
                  </a:solidFill>
                </a:defRPr>
              </a:lvl1pPr>
            </a:lstStyle>
            <a:p>
              <a:r>
                <a:rPr lang="en-US" sz="1000" dirty="0">
                  <a:solidFill>
                    <a:schemeClr val="accent2"/>
                  </a:solidFill>
                </a:rPr>
                <a:t>Department of Computer Science and Engineering</a:t>
              </a:r>
            </a:p>
            <a:p>
              <a:r>
                <a:rPr lang="en-US" sz="1000" dirty="0">
                  <a:solidFill>
                    <a:schemeClr val="accent2"/>
                  </a:solidFill>
                </a:rPr>
                <a:t>Nepal Engineering College</a:t>
              </a:r>
            </a:p>
            <a:p>
              <a:r>
                <a:rPr lang="en-US" sz="1000" dirty="0">
                  <a:solidFill>
                    <a:schemeClr val="accent2"/>
                  </a:solidFill>
                </a:rPr>
                <a:t>Changunarayan - 4</a:t>
              </a:r>
              <a:endParaRPr lang="de-DE" sz="1000" dirty="0">
                <a:solidFill>
                  <a:schemeClr val="accent2"/>
                </a:solidFill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4CA40D1-35DD-5147-AD5E-23851123B75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3697" y="5737453"/>
              <a:ext cx="983432" cy="983432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 descr="lights_ppt_footer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Grafik 14" descr="trenner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0" y="1196752"/>
            <a:ext cx="12192000" cy="178594"/>
          </a:xfrm>
          <a:prstGeom prst="rect">
            <a:avLst/>
          </a:prstGeom>
        </p:spPr>
      </p:pic>
      <p:sp>
        <p:nvSpPr>
          <p:cNvPr id="16" name="Titel 1"/>
          <p:cNvSpPr>
            <a:spLocks noGrp="1"/>
          </p:cNvSpPr>
          <p:nvPr>
            <p:ph type="ctrTitle" hasCustomPrompt="1"/>
          </p:nvPr>
        </p:nvSpPr>
        <p:spPr>
          <a:xfrm>
            <a:off x="815414" y="317788"/>
            <a:ext cx="10561173" cy="864096"/>
          </a:xfrm>
          <a:noFill/>
        </p:spPr>
        <p:txBody>
          <a:bodyPr wrap="square" lIns="0" tIns="0" rIns="0" bIns="0" anchor="t" anchorCtr="0">
            <a:noAutofit/>
          </a:bodyPr>
          <a:lstStyle>
            <a:lvl1pPr algn="l">
              <a:defRPr sz="4400" b="1">
                <a:solidFill>
                  <a:schemeClr val="accent1"/>
                </a:solidFill>
                <a:effectLst/>
                <a:latin typeface="+mj-lt"/>
              </a:defRPr>
            </a:lvl1pPr>
          </a:lstStyle>
          <a:p>
            <a:r>
              <a:rPr lang="de-DE" dirty="0" err="1"/>
              <a:t>Your</a:t>
            </a:r>
            <a:r>
              <a:rPr lang="de-DE" dirty="0"/>
              <a:t> Headline</a:t>
            </a:r>
          </a:p>
        </p:txBody>
      </p:sp>
      <p:sp>
        <p:nvSpPr>
          <p:cNvPr id="25" name="Inhaltsplatzhalter 2"/>
          <p:cNvSpPr>
            <a:spLocks noGrp="1"/>
          </p:cNvSpPr>
          <p:nvPr>
            <p:ph idx="20" hasCustomPrompt="1"/>
          </p:nvPr>
        </p:nvSpPr>
        <p:spPr>
          <a:xfrm>
            <a:off x="4559829" y="1700808"/>
            <a:ext cx="6864763" cy="1008112"/>
          </a:xfrm>
        </p:spPr>
        <p:txBody>
          <a:bodyPr wrap="square" lIns="0" tIns="0" rIns="0" bIns="0" numCol="1" anchor="t" anchorCtr="0">
            <a:noAutofit/>
          </a:bodyPr>
          <a:lstStyle>
            <a:lvl1pPr marL="0" indent="-180000" algn="just">
              <a:lnSpc>
                <a:spcPct val="100000"/>
              </a:lnSpc>
              <a:spcBef>
                <a:spcPts val="100"/>
              </a:spcBef>
              <a:buFont typeface="Arial" pitchFamily="34" charset="0"/>
              <a:buNone/>
              <a:defRPr lang="de-DE" sz="16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Your Text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Bullets</a:t>
            </a:r>
            <a:r>
              <a:rPr lang="de-DE" dirty="0"/>
              <a:t> </a:t>
            </a:r>
            <a:r>
              <a:rPr lang="de-DE" dirty="0" err="1"/>
              <a:t>goes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!</a:t>
            </a:r>
          </a:p>
        </p:txBody>
      </p:sp>
      <p:sp>
        <p:nvSpPr>
          <p:cNvPr id="27" name="Bildplatzhalter 2" descr="Click For Your Pic"/>
          <p:cNvSpPr>
            <a:spLocks noGrp="1"/>
          </p:cNvSpPr>
          <p:nvPr>
            <p:ph type="pic" idx="13" hasCustomPrompt="1"/>
          </p:nvPr>
        </p:nvSpPr>
        <p:spPr>
          <a:xfrm>
            <a:off x="815413" y="1628800"/>
            <a:ext cx="3168352" cy="1152128"/>
          </a:xfrm>
          <a:gradFill flip="none" rotWithShape="1">
            <a:gsLst>
              <a:gs pos="0">
                <a:schemeClr val="tx2"/>
              </a:gs>
              <a:gs pos="50000">
                <a:schemeClr val="bg2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>
            <a:normAutofit/>
          </a:bodyPr>
          <a:lstStyle>
            <a:lvl1pPr marL="0" indent="0" algn="ctr">
              <a:buNone/>
              <a:defRPr sz="1400" baseline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dirty="0"/>
              <a:t>Place </a:t>
            </a:r>
            <a:r>
              <a:rPr lang="de-DE" dirty="0" err="1"/>
              <a:t>Your</a:t>
            </a:r>
            <a:r>
              <a:rPr lang="de-DE" dirty="0"/>
              <a:t> Picture </a:t>
            </a:r>
            <a:r>
              <a:rPr lang="de-DE" dirty="0" err="1"/>
              <a:t>Here</a:t>
            </a:r>
            <a:endParaRPr lang="de-DE" dirty="0"/>
          </a:p>
        </p:txBody>
      </p:sp>
      <p:sp>
        <p:nvSpPr>
          <p:cNvPr id="28" name="Bildplatzhalter 2" descr="Click For Your Pic"/>
          <p:cNvSpPr>
            <a:spLocks noGrp="1"/>
          </p:cNvSpPr>
          <p:nvPr>
            <p:ph type="pic" idx="22" hasCustomPrompt="1"/>
          </p:nvPr>
        </p:nvSpPr>
        <p:spPr>
          <a:xfrm>
            <a:off x="815413" y="2924944"/>
            <a:ext cx="3168352" cy="1152128"/>
          </a:xfrm>
          <a:gradFill flip="none" rotWithShape="1">
            <a:gsLst>
              <a:gs pos="0">
                <a:schemeClr val="tx2"/>
              </a:gs>
              <a:gs pos="50000">
                <a:schemeClr val="bg2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>
            <a:normAutofit/>
          </a:bodyPr>
          <a:lstStyle>
            <a:lvl1pPr marL="0" indent="0" algn="ctr">
              <a:buNone/>
              <a:defRPr sz="1400" baseline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dirty="0"/>
              <a:t>Place </a:t>
            </a:r>
            <a:r>
              <a:rPr lang="de-DE" dirty="0" err="1"/>
              <a:t>Your</a:t>
            </a:r>
            <a:r>
              <a:rPr lang="de-DE" dirty="0"/>
              <a:t> Picture </a:t>
            </a:r>
            <a:r>
              <a:rPr lang="de-DE" dirty="0" err="1"/>
              <a:t>Here</a:t>
            </a:r>
            <a:endParaRPr lang="de-DE" dirty="0"/>
          </a:p>
        </p:txBody>
      </p:sp>
      <p:sp>
        <p:nvSpPr>
          <p:cNvPr id="29" name="Bildplatzhalter 2" descr="Click For Your Pic"/>
          <p:cNvSpPr>
            <a:spLocks noGrp="1"/>
          </p:cNvSpPr>
          <p:nvPr>
            <p:ph type="pic" idx="23" hasCustomPrompt="1"/>
          </p:nvPr>
        </p:nvSpPr>
        <p:spPr>
          <a:xfrm>
            <a:off x="815413" y="4221088"/>
            <a:ext cx="3168352" cy="1152128"/>
          </a:xfrm>
          <a:gradFill flip="none" rotWithShape="1">
            <a:gsLst>
              <a:gs pos="0">
                <a:schemeClr val="tx2"/>
              </a:gs>
              <a:gs pos="50000">
                <a:schemeClr val="bg2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>
            <a:normAutofit/>
          </a:bodyPr>
          <a:lstStyle>
            <a:lvl1pPr marL="0" indent="0" algn="ctr">
              <a:buNone/>
              <a:defRPr sz="1400" baseline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dirty="0"/>
              <a:t>Place </a:t>
            </a:r>
            <a:r>
              <a:rPr lang="de-DE" dirty="0" err="1"/>
              <a:t>Your</a:t>
            </a:r>
            <a:r>
              <a:rPr lang="de-DE" dirty="0"/>
              <a:t> Picture </a:t>
            </a:r>
            <a:r>
              <a:rPr lang="de-DE" dirty="0" err="1"/>
              <a:t>Here</a:t>
            </a:r>
            <a:endParaRPr lang="de-DE" dirty="0"/>
          </a:p>
        </p:txBody>
      </p:sp>
      <p:sp>
        <p:nvSpPr>
          <p:cNvPr id="30" name="Inhaltsplatzhalter 2"/>
          <p:cNvSpPr>
            <a:spLocks noGrp="1"/>
          </p:cNvSpPr>
          <p:nvPr>
            <p:ph idx="24" hasCustomPrompt="1"/>
          </p:nvPr>
        </p:nvSpPr>
        <p:spPr>
          <a:xfrm>
            <a:off x="4559829" y="2996952"/>
            <a:ext cx="6864763" cy="1008112"/>
          </a:xfrm>
        </p:spPr>
        <p:txBody>
          <a:bodyPr wrap="square" lIns="0" tIns="0" rIns="0" bIns="0" numCol="1" anchor="t" anchorCtr="0">
            <a:noAutofit/>
          </a:bodyPr>
          <a:lstStyle>
            <a:lvl1pPr marL="0" indent="-180000" algn="just">
              <a:lnSpc>
                <a:spcPct val="100000"/>
              </a:lnSpc>
              <a:spcBef>
                <a:spcPts val="100"/>
              </a:spcBef>
              <a:buFont typeface="Arial" pitchFamily="34" charset="0"/>
              <a:buNone/>
              <a:defRPr lang="de-DE" sz="16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Your Text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Bullets</a:t>
            </a:r>
            <a:r>
              <a:rPr lang="de-DE" dirty="0"/>
              <a:t> </a:t>
            </a:r>
            <a:r>
              <a:rPr lang="de-DE" dirty="0" err="1"/>
              <a:t>goes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!</a:t>
            </a:r>
          </a:p>
        </p:txBody>
      </p:sp>
      <p:sp>
        <p:nvSpPr>
          <p:cNvPr id="31" name="Inhaltsplatzhalter 2"/>
          <p:cNvSpPr>
            <a:spLocks noGrp="1"/>
          </p:cNvSpPr>
          <p:nvPr>
            <p:ph idx="25" hasCustomPrompt="1"/>
          </p:nvPr>
        </p:nvSpPr>
        <p:spPr>
          <a:xfrm>
            <a:off x="4559829" y="4293096"/>
            <a:ext cx="6864763" cy="1008112"/>
          </a:xfrm>
        </p:spPr>
        <p:txBody>
          <a:bodyPr wrap="square" lIns="0" tIns="0" rIns="0" bIns="0" numCol="1" anchor="t" anchorCtr="0">
            <a:noAutofit/>
          </a:bodyPr>
          <a:lstStyle>
            <a:lvl1pPr marL="0" indent="-180000" algn="just">
              <a:lnSpc>
                <a:spcPct val="100000"/>
              </a:lnSpc>
              <a:spcBef>
                <a:spcPts val="100"/>
              </a:spcBef>
              <a:buFont typeface="Arial" pitchFamily="34" charset="0"/>
              <a:buNone/>
              <a:defRPr lang="de-DE" sz="16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Your Text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Bullets</a:t>
            </a:r>
            <a:r>
              <a:rPr lang="de-DE" dirty="0"/>
              <a:t> </a:t>
            </a:r>
            <a:r>
              <a:rPr lang="de-DE" dirty="0" err="1"/>
              <a:t>goes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!</a:t>
            </a:r>
          </a:p>
        </p:txBody>
      </p:sp>
      <p:pic>
        <p:nvPicPr>
          <p:cNvPr id="21" name="Grafik 20" descr="arrow_back.png">
            <a:hlinkClick r:id="" action="ppaction://hlinkshowjump?jump=previousslide"/>
          </p:cNvPr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10264510" y="6191789"/>
            <a:ext cx="469900" cy="352425"/>
          </a:xfrm>
          <a:prstGeom prst="rect">
            <a:avLst/>
          </a:prstGeom>
        </p:spPr>
      </p:pic>
      <p:pic>
        <p:nvPicPr>
          <p:cNvPr id="22" name="Grafik 21" descr="arrow_next.png">
            <a:hlinkClick r:id="" action="ppaction://hlinkshowjump?jump=nextslide"/>
          </p:cNvPr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11228255" y="6191789"/>
            <a:ext cx="469900" cy="352425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64FA0949-25BF-34C9-6EB4-3CC77CC7EA22}"/>
              </a:ext>
            </a:extLst>
          </p:cNvPr>
          <p:cNvGrpSpPr/>
          <p:nvPr userDrawn="1"/>
        </p:nvGrpSpPr>
        <p:grpSpPr>
          <a:xfrm>
            <a:off x="323697" y="5737453"/>
            <a:ext cx="9633103" cy="983432"/>
            <a:chOff x="323697" y="5737453"/>
            <a:chExt cx="9633103" cy="983432"/>
          </a:xfrm>
        </p:grpSpPr>
        <p:sp>
          <p:nvSpPr>
            <p:cNvPr id="3" name="Fußzeilenplatzhalter 4">
              <a:extLst>
                <a:ext uri="{FF2B5EF4-FFF2-40B4-BE49-F238E27FC236}">
                  <a16:creationId xmlns:a16="http://schemas.microsoft.com/office/drawing/2014/main" id="{C8E22099-7698-0E9F-4E97-D7EB03B5FDE4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248128" y="6310003"/>
              <a:ext cx="2708672" cy="260736"/>
            </a:xfrm>
            <a:prstGeom prst="rect">
              <a:avLst/>
            </a:prstGeom>
          </p:spPr>
          <p:txBody>
            <a:bodyPr vert="horz" lIns="0" tIns="0" rIns="0" bIns="0" rtlCol="0" anchor="t" anchorCtr="0"/>
            <a:lstStyle>
              <a:lvl1pPr algn="l">
                <a:defRPr>
                  <a:solidFill>
                    <a:schemeClr val="bg1"/>
                  </a:solidFill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Email: krishnabs@nec.edu.np</a:t>
              </a:r>
              <a:endParaRPr kumimoji="0" lang="de-DE" sz="10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Fußzeilenplatzhalter 4">
              <a:extLst>
                <a:ext uri="{FF2B5EF4-FFF2-40B4-BE49-F238E27FC236}">
                  <a16:creationId xmlns:a16="http://schemas.microsoft.com/office/drawing/2014/main" id="{AE93DDEA-97C7-A2CB-013E-BF00D52B49A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493319" y="6027233"/>
              <a:ext cx="2784309" cy="648072"/>
            </a:xfrm>
            <a:prstGeom prst="rect">
              <a:avLst/>
            </a:prstGeom>
          </p:spPr>
          <p:txBody>
            <a:bodyPr vert="horz" lIns="0" tIns="0" rIns="0" bIns="0" rtlCol="0" anchor="t" anchorCtr="0"/>
            <a:lstStyle>
              <a:lvl1pPr algn="l">
                <a:defRPr>
                  <a:solidFill>
                    <a:schemeClr val="bg1"/>
                  </a:solidFill>
                </a:defRPr>
              </a:lvl1pPr>
            </a:lstStyle>
            <a:p>
              <a:r>
                <a:rPr lang="en-US" sz="1000" dirty="0">
                  <a:solidFill>
                    <a:schemeClr val="accent2"/>
                  </a:solidFill>
                </a:rPr>
                <a:t>Department of Computer Science and Engineering</a:t>
              </a:r>
            </a:p>
            <a:p>
              <a:r>
                <a:rPr lang="en-US" sz="1000" dirty="0">
                  <a:solidFill>
                    <a:schemeClr val="accent2"/>
                  </a:solidFill>
                </a:rPr>
                <a:t>Nepal Engineering College</a:t>
              </a:r>
            </a:p>
            <a:p>
              <a:r>
                <a:rPr lang="en-US" sz="1000" dirty="0">
                  <a:solidFill>
                    <a:schemeClr val="accent2"/>
                  </a:solidFill>
                </a:rPr>
                <a:t>Changunarayan - 4</a:t>
              </a:r>
              <a:endParaRPr lang="de-DE" sz="1000" dirty="0">
                <a:solidFill>
                  <a:schemeClr val="accent2"/>
                </a:solidFill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CB38F0F-D434-741C-B26C-82F03ACD79C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3697" y="5737453"/>
              <a:ext cx="983432" cy="983432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 descr="lights_ppt_footer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Grafik 14" descr="trenner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0" y="1196752"/>
            <a:ext cx="12192000" cy="178594"/>
          </a:xfrm>
          <a:prstGeom prst="rect">
            <a:avLst/>
          </a:prstGeom>
        </p:spPr>
      </p:pic>
      <p:sp>
        <p:nvSpPr>
          <p:cNvPr id="16" name="Titel 1"/>
          <p:cNvSpPr>
            <a:spLocks noGrp="1"/>
          </p:cNvSpPr>
          <p:nvPr>
            <p:ph type="ctrTitle" hasCustomPrompt="1"/>
          </p:nvPr>
        </p:nvSpPr>
        <p:spPr>
          <a:xfrm>
            <a:off x="815414" y="317788"/>
            <a:ext cx="10561173" cy="864096"/>
          </a:xfrm>
          <a:noFill/>
        </p:spPr>
        <p:txBody>
          <a:bodyPr wrap="square" lIns="0" tIns="0" rIns="0" bIns="0" anchor="t" anchorCtr="0">
            <a:noAutofit/>
          </a:bodyPr>
          <a:lstStyle>
            <a:lvl1pPr algn="l">
              <a:defRPr sz="4400" b="1">
                <a:solidFill>
                  <a:schemeClr val="accent1"/>
                </a:solidFill>
                <a:effectLst/>
                <a:latin typeface="+mj-lt"/>
              </a:defRPr>
            </a:lvl1pPr>
          </a:lstStyle>
          <a:p>
            <a:r>
              <a:rPr lang="de-DE" dirty="0" err="1"/>
              <a:t>Your</a:t>
            </a:r>
            <a:r>
              <a:rPr lang="de-DE" dirty="0"/>
              <a:t> Headline</a:t>
            </a:r>
          </a:p>
        </p:txBody>
      </p:sp>
      <p:sp>
        <p:nvSpPr>
          <p:cNvPr id="17" name="Inhaltsplatzhalter 2"/>
          <p:cNvSpPr>
            <a:spLocks noGrp="1"/>
          </p:cNvSpPr>
          <p:nvPr>
            <p:ph idx="1" hasCustomPrompt="1"/>
          </p:nvPr>
        </p:nvSpPr>
        <p:spPr>
          <a:xfrm>
            <a:off x="815413" y="1556792"/>
            <a:ext cx="4704523" cy="3960440"/>
          </a:xfrm>
        </p:spPr>
        <p:txBody>
          <a:bodyPr wrap="square" lIns="0" tIns="0" rIns="0" bIns="0" numCol="1" anchor="t" anchorCtr="0">
            <a:noAutofit/>
          </a:bodyPr>
          <a:lstStyle>
            <a:lvl1pPr marL="0" indent="-180000" algn="just">
              <a:lnSpc>
                <a:spcPct val="100000"/>
              </a:lnSpc>
              <a:spcBef>
                <a:spcPts val="100"/>
              </a:spcBef>
              <a:buFont typeface="Arial" pitchFamily="34" charset="0"/>
              <a:buNone/>
              <a:defRPr lang="de-DE" sz="16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Your Text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Bullets</a:t>
            </a:r>
            <a:r>
              <a:rPr lang="de-DE" dirty="0"/>
              <a:t> </a:t>
            </a:r>
            <a:r>
              <a:rPr lang="de-DE" dirty="0" err="1"/>
              <a:t>goes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!</a:t>
            </a:r>
          </a:p>
        </p:txBody>
      </p:sp>
      <p:sp>
        <p:nvSpPr>
          <p:cNvPr id="18" name="Bildplatzhalter 2" descr="Click For Your Pic"/>
          <p:cNvSpPr>
            <a:spLocks noGrp="1"/>
          </p:cNvSpPr>
          <p:nvPr>
            <p:ph type="pic" idx="13" hasCustomPrompt="1"/>
          </p:nvPr>
        </p:nvSpPr>
        <p:spPr>
          <a:xfrm>
            <a:off x="6672064" y="1628800"/>
            <a:ext cx="4704523" cy="3384376"/>
          </a:xfrm>
          <a:gradFill flip="none" rotWithShape="1">
            <a:gsLst>
              <a:gs pos="0">
                <a:schemeClr val="tx2"/>
              </a:gs>
              <a:gs pos="50000">
                <a:schemeClr val="bg2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>
            <a:normAutofit/>
          </a:bodyPr>
          <a:lstStyle>
            <a:lvl1pPr marL="0" indent="0" algn="ctr">
              <a:buNone/>
              <a:defRPr sz="2000" baseline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dirty="0"/>
              <a:t>Place </a:t>
            </a:r>
            <a:r>
              <a:rPr lang="de-DE" dirty="0" err="1"/>
              <a:t>Your</a:t>
            </a:r>
            <a:r>
              <a:rPr lang="de-DE" dirty="0"/>
              <a:t> Picture </a:t>
            </a:r>
            <a:r>
              <a:rPr lang="de-DE" dirty="0" err="1"/>
              <a:t>Here</a:t>
            </a:r>
            <a:endParaRPr lang="de-DE" dirty="0"/>
          </a:p>
        </p:txBody>
      </p:sp>
      <p:pic>
        <p:nvPicPr>
          <p:cNvPr id="22" name="Grafik 21" descr="arrow_back.png">
            <a:hlinkClick r:id="" action="ppaction://hlinkshowjump?jump=previousslide"/>
          </p:cNvPr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10264510" y="6218314"/>
            <a:ext cx="469900" cy="352425"/>
          </a:xfrm>
          <a:prstGeom prst="rect">
            <a:avLst/>
          </a:prstGeom>
        </p:spPr>
      </p:pic>
      <p:pic>
        <p:nvPicPr>
          <p:cNvPr id="23" name="Grafik 22" descr="arrow_next.png">
            <a:hlinkClick r:id="" action="ppaction://hlinkshowjump?jump=nextslide"/>
          </p:cNvPr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11228255" y="6191789"/>
            <a:ext cx="469900" cy="352425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9E8AC236-0F34-6D2B-A71C-E4072B6284B0}"/>
              </a:ext>
            </a:extLst>
          </p:cNvPr>
          <p:cNvGrpSpPr/>
          <p:nvPr userDrawn="1"/>
        </p:nvGrpSpPr>
        <p:grpSpPr>
          <a:xfrm>
            <a:off x="323697" y="5737453"/>
            <a:ext cx="9633103" cy="983432"/>
            <a:chOff x="323697" y="5737453"/>
            <a:chExt cx="9633103" cy="983432"/>
          </a:xfrm>
        </p:grpSpPr>
        <p:sp>
          <p:nvSpPr>
            <p:cNvPr id="19" name="Fußzeilenplatzhalter 4"/>
            <p:cNvSpPr txBox="1">
              <a:spLocks/>
            </p:cNvSpPr>
            <p:nvPr userDrawn="1"/>
          </p:nvSpPr>
          <p:spPr>
            <a:xfrm>
              <a:off x="7248128" y="6310003"/>
              <a:ext cx="2708672" cy="260736"/>
            </a:xfrm>
            <a:prstGeom prst="rect">
              <a:avLst/>
            </a:prstGeom>
          </p:spPr>
          <p:txBody>
            <a:bodyPr vert="horz" lIns="0" tIns="0" rIns="0" bIns="0" rtlCol="0" anchor="t" anchorCtr="0"/>
            <a:lstStyle>
              <a:lvl1pPr algn="l">
                <a:defRPr>
                  <a:solidFill>
                    <a:schemeClr val="bg1"/>
                  </a:solidFill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Email: krishnabs@nec.edu.np</a:t>
              </a:r>
              <a:endParaRPr kumimoji="0" lang="de-DE" sz="10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Fußzeilenplatzhalter 4"/>
            <p:cNvSpPr txBox="1">
              <a:spLocks/>
            </p:cNvSpPr>
            <p:nvPr userDrawn="1"/>
          </p:nvSpPr>
          <p:spPr>
            <a:xfrm>
              <a:off x="1493319" y="6027233"/>
              <a:ext cx="2784309" cy="648072"/>
            </a:xfrm>
            <a:prstGeom prst="rect">
              <a:avLst/>
            </a:prstGeom>
          </p:spPr>
          <p:txBody>
            <a:bodyPr vert="horz" lIns="0" tIns="0" rIns="0" bIns="0" rtlCol="0" anchor="t" anchorCtr="0"/>
            <a:lstStyle>
              <a:lvl1pPr algn="l">
                <a:defRPr>
                  <a:solidFill>
                    <a:schemeClr val="bg1"/>
                  </a:solidFill>
                </a:defRPr>
              </a:lvl1pPr>
            </a:lstStyle>
            <a:p>
              <a:r>
                <a:rPr lang="en-US" sz="1000" dirty="0">
                  <a:solidFill>
                    <a:schemeClr val="accent2"/>
                  </a:solidFill>
                </a:rPr>
                <a:t>Department of Computer Science and Engineering</a:t>
              </a:r>
            </a:p>
            <a:p>
              <a:r>
                <a:rPr lang="en-US" sz="1000" dirty="0">
                  <a:solidFill>
                    <a:schemeClr val="accent2"/>
                  </a:solidFill>
                </a:rPr>
                <a:t>Nepal Engineering College</a:t>
              </a:r>
            </a:p>
            <a:p>
              <a:r>
                <a:rPr lang="en-US" sz="1000" dirty="0">
                  <a:solidFill>
                    <a:schemeClr val="accent2"/>
                  </a:solidFill>
                </a:rPr>
                <a:t>Changunarayan - 4</a:t>
              </a:r>
              <a:endParaRPr lang="de-DE" sz="1000" dirty="0">
                <a:solidFill>
                  <a:schemeClr val="accent2"/>
                </a:solidFill>
              </a:endParaRP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3ED4484-FC4E-B90F-3460-A3B1613EC1B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3697" y="5737453"/>
              <a:ext cx="983432" cy="983432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 descr="lights_ppt_footer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Grafik 14" descr="trenner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0" y="1196752"/>
            <a:ext cx="12192000" cy="178594"/>
          </a:xfrm>
          <a:prstGeom prst="rect">
            <a:avLst/>
          </a:prstGeom>
        </p:spPr>
      </p:pic>
      <p:sp>
        <p:nvSpPr>
          <p:cNvPr id="16" name="Titel 1"/>
          <p:cNvSpPr>
            <a:spLocks noGrp="1"/>
          </p:cNvSpPr>
          <p:nvPr>
            <p:ph type="ctrTitle" hasCustomPrompt="1"/>
          </p:nvPr>
        </p:nvSpPr>
        <p:spPr>
          <a:xfrm>
            <a:off x="815414" y="317788"/>
            <a:ext cx="10561173" cy="864096"/>
          </a:xfrm>
          <a:noFill/>
        </p:spPr>
        <p:txBody>
          <a:bodyPr wrap="square" lIns="0" tIns="0" rIns="0" bIns="0" anchor="t" anchorCtr="0">
            <a:noAutofit/>
          </a:bodyPr>
          <a:lstStyle>
            <a:lvl1pPr algn="l">
              <a:defRPr sz="4400" b="1">
                <a:solidFill>
                  <a:schemeClr val="accent1"/>
                </a:solidFill>
                <a:effectLst/>
                <a:latin typeface="+mj-lt"/>
              </a:defRPr>
            </a:lvl1pPr>
          </a:lstStyle>
          <a:p>
            <a:r>
              <a:rPr lang="de-DE" dirty="0" err="1"/>
              <a:t>Your</a:t>
            </a:r>
            <a:r>
              <a:rPr lang="de-DE" dirty="0"/>
              <a:t> Headline</a:t>
            </a:r>
          </a:p>
        </p:txBody>
      </p:sp>
      <p:sp>
        <p:nvSpPr>
          <p:cNvPr id="18" name="Inhaltsplatzhalter 2"/>
          <p:cNvSpPr>
            <a:spLocks noGrp="1"/>
          </p:cNvSpPr>
          <p:nvPr>
            <p:ph idx="13" hasCustomPrompt="1"/>
          </p:nvPr>
        </p:nvSpPr>
        <p:spPr>
          <a:xfrm>
            <a:off x="6672064" y="1556792"/>
            <a:ext cx="4704523" cy="3960440"/>
          </a:xfrm>
        </p:spPr>
        <p:txBody>
          <a:bodyPr wrap="square" lIns="0" tIns="0" rIns="0" bIns="0" numCol="1" anchor="t" anchorCtr="0">
            <a:noAutofit/>
          </a:bodyPr>
          <a:lstStyle>
            <a:lvl1pPr marL="0" indent="-180000" algn="just">
              <a:lnSpc>
                <a:spcPct val="100000"/>
              </a:lnSpc>
              <a:spcBef>
                <a:spcPts val="100"/>
              </a:spcBef>
              <a:buFont typeface="Arial" pitchFamily="34" charset="0"/>
              <a:buNone/>
              <a:defRPr lang="de-DE" sz="16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Your Text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Bullets</a:t>
            </a:r>
            <a:r>
              <a:rPr lang="de-DE" dirty="0"/>
              <a:t> </a:t>
            </a:r>
            <a:r>
              <a:rPr lang="de-DE" dirty="0" err="1"/>
              <a:t>goes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!</a:t>
            </a:r>
          </a:p>
        </p:txBody>
      </p:sp>
      <p:sp>
        <p:nvSpPr>
          <p:cNvPr id="11" name="Bildplatzhalter 2" descr="Click For Your Pic"/>
          <p:cNvSpPr>
            <a:spLocks noGrp="1"/>
          </p:cNvSpPr>
          <p:nvPr>
            <p:ph type="pic" idx="14" hasCustomPrompt="1"/>
          </p:nvPr>
        </p:nvSpPr>
        <p:spPr>
          <a:xfrm>
            <a:off x="815413" y="1628800"/>
            <a:ext cx="4704523" cy="1800200"/>
          </a:xfrm>
          <a:gradFill flip="none" rotWithShape="1">
            <a:gsLst>
              <a:gs pos="0">
                <a:schemeClr val="tx2"/>
              </a:gs>
              <a:gs pos="50000">
                <a:schemeClr val="bg2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>
            <a:normAutofit/>
          </a:bodyPr>
          <a:lstStyle>
            <a:lvl1pPr marL="0" indent="0" algn="ctr">
              <a:buNone/>
              <a:defRPr sz="2000" baseline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dirty="0"/>
              <a:t>Place </a:t>
            </a:r>
            <a:r>
              <a:rPr lang="de-DE" dirty="0" err="1"/>
              <a:t>Your</a:t>
            </a:r>
            <a:r>
              <a:rPr lang="de-DE" dirty="0"/>
              <a:t> Picture </a:t>
            </a:r>
            <a:r>
              <a:rPr lang="de-DE" dirty="0" err="1"/>
              <a:t>Here</a:t>
            </a:r>
            <a:endParaRPr lang="de-DE" dirty="0"/>
          </a:p>
        </p:txBody>
      </p:sp>
      <p:sp>
        <p:nvSpPr>
          <p:cNvPr id="12" name="Inhaltsplatzhalter 2"/>
          <p:cNvSpPr>
            <a:spLocks noGrp="1"/>
          </p:cNvSpPr>
          <p:nvPr>
            <p:ph idx="1" hasCustomPrompt="1"/>
          </p:nvPr>
        </p:nvSpPr>
        <p:spPr>
          <a:xfrm>
            <a:off x="815413" y="3717032"/>
            <a:ext cx="4704523" cy="1800200"/>
          </a:xfrm>
        </p:spPr>
        <p:txBody>
          <a:bodyPr wrap="square" lIns="0" tIns="0" rIns="0" bIns="0" numCol="1" anchor="t" anchorCtr="0">
            <a:noAutofit/>
          </a:bodyPr>
          <a:lstStyle>
            <a:lvl1pPr marL="0" indent="-180000" algn="just">
              <a:lnSpc>
                <a:spcPct val="100000"/>
              </a:lnSpc>
              <a:spcBef>
                <a:spcPts val="100"/>
              </a:spcBef>
              <a:buFont typeface="Arial" pitchFamily="34" charset="0"/>
              <a:buNone/>
              <a:defRPr lang="de-DE" sz="16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Your Text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Bullets</a:t>
            </a:r>
            <a:r>
              <a:rPr lang="de-DE" dirty="0"/>
              <a:t> </a:t>
            </a:r>
            <a:r>
              <a:rPr lang="de-DE" dirty="0" err="1"/>
              <a:t>goes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!</a:t>
            </a:r>
          </a:p>
        </p:txBody>
      </p:sp>
      <p:pic>
        <p:nvPicPr>
          <p:cNvPr id="23" name="Grafik 22" descr="arrow_back.png">
            <a:hlinkClick r:id="" action="ppaction://hlinkshowjump?jump=previousslide"/>
          </p:cNvPr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10264510" y="6199306"/>
            <a:ext cx="469900" cy="352425"/>
          </a:xfrm>
          <a:prstGeom prst="rect">
            <a:avLst/>
          </a:prstGeom>
        </p:spPr>
      </p:pic>
      <p:pic>
        <p:nvPicPr>
          <p:cNvPr id="24" name="Grafik 23" descr="arrow_next.png">
            <a:hlinkClick r:id="" action="ppaction://hlinkshowjump?jump=nextslide"/>
          </p:cNvPr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11228255" y="6191789"/>
            <a:ext cx="469900" cy="352425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1D5FF1FC-ED78-4184-56E8-FB008544C1C1}"/>
              </a:ext>
            </a:extLst>
          </p:cNvPr>
          <p:cNvGrpSpPr/>
          <p:nvPr userDrawn="1"/>
        </p:nvGrpSpPr>
        <p:grpSpPr>
          <a:xfrm>
            <a:off x="323697" y="5737453"/>
            <a:ext cx="9633103" cy="983432"/>
            <a:chOff x="323697" y="5737453"/>
            <a:chExt cx="9633103" cy="983432"/>
          </a:xfrm>
        </p:grpSpPr>
        <p:sp>
          <p:nvSpPr>
            <p:cNvPr id="3" name="Fußzeilenplatzhalter 4">
              <a:extLst>
                <a:ext uri="{FF2B5EF4-FFF2-40B4-BE49-F238E27FC236}">
                  <a16:creationId xmlns:a16="http://schemas.microsoft.com/office/drawing/2014/main" id="{F3AF1B90-D214-545D-4885-BD8E0D9ED42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248128" y="6310003"/>
              <a:ext cx="2708672" cy="260736"/>
            </a:xfrm>
            <a:prstGeom prst="rect">
              <a:avLst/>
            </a:prstGeom>
          </p:spPr>
          <p:txBody>
            <a:bodyPr vert="horz" lIns="0" tIns="0" rIns="0" bIns="0" rtlCol="0" anchor="t" anchorCtr="0"/>
            <a:lstStyle>
              <a:lvl1pPr algn="l">
                <a:defRPr>
                  <a:solidFill>
                    <a:schemeClr val="bg1"/>
                  </a:solidFill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Email: krishnabs@nec.edu.np</a:t>
              </a:r>
              <a:endParaRPr kumimoji="0" lang="de-DE" sz="10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Fußzeilenplatzhalter 4">
              <a:extLst>
                <a:ext uri="{FF2B5EF4-FFF2-40B4-BE49-F238E27FC236}">
                  <a16:creationId xmlns:a16="http://schemas.microsoft.com/office/drawing/2014/main" id="{746556FE-6CBB-695B-0B28-E1B93B1954A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493319" y="6027233"/>
              <a:ext cx="2784309" cy="648072"/>
            </a:xfrm>
            <a:prstGeom prst="rect">
              <a:avLst/>
            </a:prstGeom>
          </p:spPr>
          <p:txBody>
            <a:bodyPr vert="horz" lIns="0" tIns="0" rIns="0" bIns="0" rtlCol="0" anchor="t" anchorCtr="0"/>
            <a:lstStyle>
              <a:lvl1pPr algn="l">
                <a:defRPr>
                  <a:solidFill>
                    <a:schemeClr val="bg1"/>
                  </a:solidFill>
                </a:defRPr>
              </a:lvl1pPr>
            </a:lstStyle>
            <a:p>
              <a:r>
                <a:rPr lang="en-US" sz="1000" dirty="0">
                  <a:solidFill>
                    <a:schemeClr val="accent2"/>
                  </a:solidFill>
                </a:rPr>
                <a:t>Department of Computer Science and Engineering</a:t>
              </a:r>
            </a:p>
            <a:p>
              <a:r>
                <a:rPr lang="en-US" sz="1000" dirty="0">
                  <a:solidFill>
                    <a:schemeClr val="accent2"/>
                  </a:solidFill>
                </a:rPr>
                <a:t>Nepal Engineering College</a:t>
              </a:r>
            </a:p>
            <a:p>
              <a:r>
                <a:rPr lang="en-US" sz="1000" dirty="0">
                  <a:solidFill>
                    <a:schemeClr val="accent2"/>
                  </a:solidFill>
                </a:rPr>
                <a:t>Changunarayan - 4</a:t>
              </a:r>
              <a:endParaRPr lang="de-DE" sz="1000" dirty="0">
                <a:solidFill>
                  <a:schemeClr val="accent2"/>
                </a:solidFill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EF66894-DD0D-2AA2-F63B-74FB98FE6A4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3697" y="5737453"/>
              <a:ext cx="983432" cy="983432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lights_ppt_start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el 1"/>
          <p:cNvSpPr>
            <a:spLocks noGrp="1"/>
          </p:cNvSpPr>
          <p:nvPr>
            <p:ph type="ctrTitle" hasCustomPrompt="1"/>
          </p:nvPr>
        </p:nvSpPr>
        <p:spPr>
          <a:xfrm>
            <a:off x="0" y="4437113"/>
            <a:ext cx="12192000" cy="821953"/>
          </a:xfrm>
        </p:spPr>
        <p:txBody>
          <a:bodyPr lIns="0" tIns="0" rIns="0" bIns="0" anchor="t" anchorCtr="0">
            <a:noAutofit/>
          </a:bodyPr>
          <a:lstStyle>
            <a:lvl1pPr>
              <a:defRPr sz="5400" b="0" spc="-150" baseline="0">
                <a:solidFill>
                  <a:schemeClr val="tx2"/>
                </a:solidFill>
                <a:effectLst>
                  <a:outerShdw dist="12700" dir="16200000" algn="t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de-DE" dirty="0"/>
              <a:t>Thanks!</a:t>
            </a:r>
          </a:p>
        </p:txBody>
      </p:sp>
      <p:sp>
        <p:nvSpPr>
          <p:cNvPr id="9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0" y="5187057"/>
            <a:ext cx="12192000" cy="576064"/>
          </a:xfrm>
        </p:spPr>
        <p:txBody>
          <a:bodyPr>
            <a:normAutofit/>
          </a:bodyPr>
          <a:lstStyle>
            <a:lvl1pPr marL="0" indent="0" algn="ctr">
              <a:buNone/>
              <a:defRPr sz="1800" i="1">
                <a:solidFill>
                  <a:schemeClr val="accent2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Speakers Name, Date</a:t>
            </a:r>
            <a:endParaRPr lang="de-DE" dirty="0"/>
          </a:p>
        </p:txBody>
      </p:sp>
      <p:pic>
        <p:nvPicPr>
          <p:cNvPr id="6" name="Grafik 5" descr="arrow_back.png">
            <a:hlinkClick r:id="" action="ppaction://hlinkshowjump?jump=previousslide"/>
          </p:cNvPr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0247595" y="6192394"/>
            <a:ext cx="469900" cy="352425"/>
          </a:xfrm>
          <a:prstGeom prst="rect">
            <a:avLst/>
          </a:prstGeom>
        </p:spPr>
      </p:pic>
      <p:pic>
        <p:nvPicPr>
          <p:cNvPr id="8" name="Grafik 7" descr="arrow_next.png">
            <a:hlinkClick r:id="" action="ppaction://hlinkshowjump?jump=endshow"/>
          </p:cNvPr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11228255" y="6191789"/>
            <a:ext cx="469900" cy="352425"/>
          </a:xfrm>
          <a:prstGeom prst="rect">
            <a:avLst/>
          </a:prstGeom>
        </p:spPr>
      </p:pic>
      <p:sp>
        <p:nvSpPr>
          <p:cNvPr id="10" name="Inhaltsplatzhalter 2"/>
          <p:cNvSpPr>
            <a:spLocks noGrp="1"/>
          </p:cNvSpPr>
          <p:nvPr>
            <p:ph idx="10" hasCustomPrompt="1"/>
          </p:nvPr>
        </p:nvSpPr>
        <p:spPr>
          <a:xfrm>
            <a:off x="719403" y="620688"/>
            <a:ext cx="10753195" cy="2304256"/>
          </a:xfrm>
        </p:spPr>
        <p:txBody>
          <a:bodyPr wrap="square" lIns="0" tIns="0" rIns="0" bIns="0" numCol="1" anchor="ctr" anchorCtr="0">
            <a:noAutofit/>
          </a:bodyPr>
          <a:lstStyle>
            <a:lvl1pPr marL="0" indent="-180000" algn="ctr">
              <a:lnSpc>
                <a:spcPct val="100000"/>
              </a:lnSpc>
              <a:spcBef>
                <a:spcPts val="100"/>
              </a:spcBef>
              <a:buFont typeface="Arial" pitchFamily="34" charset="0"/>
              <a:buNone/>
              <a:defRPr lang="de-DE" sz="4000" b="1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 err="1"/>
              <a:t>Your</a:t>
            </a:r>
            <a:r>
              <a:rPr lang="de-DE" dirty="0"/>
              <a:t> Logo </a:t>
            </a:r>
            <a:r>
              <a:rPr lang="de-DE" dirty="0" err="1"/>
              <a:t>or</a:t>
            </a:r>
            <a:r>
              <a:rPr lang="de-DE" dirty="0"/>
              <a:t> Company Name</a:t>
            </a:r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gif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25A2E9-89E1-4605-85B7-FCAC8D801E55}" type="datetime1">
              <a:rPr lang="de-DE" smtClean="0"/>
              <a:pPr/>
              <a:t>02.01.2026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FE49DB-545E-46CA-A06F-217AEC04D591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7" name="Grafik 6" descr="light-001.gif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2" y="3107532"/>
            <a:ext cx="12191997" cy="3750467"/>
          </a:xfrm>
          <a:prstGeom prst="rect">
            <a:avLst/>
          </a:prstGeom>
        </p:spPr>
      </p:pic>
      <p:sp>
        <p:nvSpPr>
          <p:cNvPr id="10" name="Foliennummernplatzhalter 5"/>
          <p:cNvSpPr txBox="1">
            <a:spLocks/>
          </p:cNvSpPr>
          <p:nvPr userDrawn="1"/>
        </p:nvSpPr>
        <p:spPr>
          <a:xfrm>
            <a:off x="10416480" y="6221836"/>
            <a:ext cx="732565" cy="365125"/>
          </a:xfrm>
          <a:prstGeom prst="rect">
            <a:avLst/>
          </a:prstGeom>
        </p:spPr>
        <p:txBody>
          <a:bodyPr anchor="t" anchorCtr="0"/>
          <a:lstStyle>
            <a:lvl1pPr algn="l">
              <a:defRPr sz="1400" b="1">
                <a:solidFill>
                  <a:schemeClr val="accent5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FE49DB-545E-46CA-A06F-217AEC04D591}" type="slidenum">
              <a:rPr kumimoji="0" lang="de-DE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de-DE" sz="1400" b="1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4" r:id="rId3"/>
    <p:sldLayoutId id="2147483663" r:id="rId4"/>
    <p:sldLayoutId id="2147483665" r:id="rId5"/>
    <p:sldLayoutId id="2147483662" r:id="rId6"/>
    <p:sldLayoutId id="2147483666" r:id="rId7"/>
    <p:sldLayoutId id="2147483667" r:id="rId8"/>
  </p:sldLayoutIdLst>
  <p:transition>
    <p:fade/>
  </p:transition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3DB67E-0A6A-B517-55E6-8E9B8B702138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sz="4800" dirty="0"/>
              <a:t>Research Fundamentals</a:t>
            </a:r>
          </a:p>
          <a:p>
            <a:r>
              <a:rPr lang="en-US" sz="6600" dirty="0"/>
              <a:t>Proposal Writing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5912024C-1717-489A-9E4E-F7BDAA0E16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Proposal Writing</a:t>
            </a:r>
          </a:p>
        </p:txBody>
      </p:sp>
      <p:sp>
        <p:nvSpPr>
          <p:cNvPr id="13" name="Inhaltsplatzhalter 3"/>
          <p:cNvSpPr>
            <a:spLocks noGrp="1"/>
          </p:cNvSpPr>
          <p:nvPr>
            <p:ph idx="1"/>
          </p:nvPr>
        </p:nvSpPr>
        <p:spPr>
          <a:xfrm>
            <a:off x="815414" y="1340768"/>
            <a:ext cx="10033115" cy="3960440"/>
          </a:xfrm>
        </p:spPr>
        <p:txBody>
          <a:bodyPr/>
          <a:lstStyle/>
          <a:p>
            <a:pPr indent="0"/>
            <a:r>
              <a:rPr lang="de-DE" sz="2400" b="1" dirty="0"/>
              <a:t>Contents</a:t>
            </a:r>
            <a:r>
              <a:rPr lang="de-DE" sz="2400" dirty="0"/>
              <a:t>	</a:t>
            </a:r>
          </a:p>
          <a:p>
            <a:pPr marL="162900" indent="-342900">
              <a:buFont typeface="+mj-lt"/>
              <a:buAutoNum type="arabicPeriod"/>
            </a:pPr>
            <a:r>
              <a:rPr lang="de-DE" sz="2400" b="1" dirty="0"/>
              <a:t>What is a Research Proposal?</a:t>
            </a:r>
          </a:p>
          <a:p>
            <a:pPr marL="162900" indent="-342900">
              <a:buFont typeface="+mj-lt"/>
              <a:buAutoNum type="arabicPeriod"/>
            </a:pPr>
            <a:r>
              <a:rPr lang="de-DE" sz="2400" b="1" dirty="0"/>
              <a:t>Needs of Research Proposal</a:t>
            </a:r>
          </a:p>
          <a:p>
            <a:pPr marL="162900" indent="-342900">
              <a:buFont typeface="+mj-lt"/>
              <a:buAutoNum type="arabicPeriod"/>
            </a:pPr>
            <a:r>
              <a:rPr lang="de-DE" sz="2400" b="1" dirty="0"/>
              <a:t>Components of Research Proposal</a:t>
            </a:r>
          </a:p>
          <a:p>
            <a:pPr marL="162900" indent="-342900">
              <a:buFont typeface="+mj-lt"/>
              <a:buAutoNum type="arabicPeriod"/>
            </a:pPr>
            <a:r>
              <a:rPr lang="de-DE" sz="2400" b="1" dirty="0"/>
              <a:t>A case study on any research project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sz="2000" dirty="0"/>
              <a:t>Proposal Writing </a:t>
            </a:r>
            <a:br>
              <a:rPr lang="de-DE" dirty="0"/>
            </a:br>
            <a:r>
              <a:rPr lang="de-DE" dirty="0"/>
              <a:t>What is a Research Proposal?</a:t>
            </a:r>
            <a:br>
              <a:rPr lang="de-DE" dirty="0"/>
            </a:br>
            <a:endParaRPr lang="de-DE" dirty="0"/>
          </a:p>
        </p:txBody>
      </p:sp>
      <p:sp>
        <p:nvSpPr>
          <p:cNvPr id="13" name="Inhaltsplatzhalter 3"/>
          <p:cNvSpPr>
            <a:spLocks noGrp="1"/>
          </p:cNvSpPr>
          <p:nvPr>
            <p:ph idx="1"/>
          </p:nvPr>
        </p:nvSpPr>
        <p:spPr>
          <a:xfrm>
            <a:off x="815414" y="1340768"/>
            <a:ext cx="10753194" cy="424847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A research proposal is a </a:t>
            </a:r>
            <a:r>
              <a:rPr lang="en-US" sz="2800" b="1" dirty="0">
                <a:solidFill>
                  <a:schemeClr val="tx1"/>
                </a:solidFill>
              </a:rPr>
              <a:t>formal, structured document </a:t>
            </a:r>
            <a:r>
              <a:rPr lang="en-US" sz="2800" dirty="0">
                <a:solidFill>
                  <a:schemeClr val="tx1"/>
                </a:solidFill>
              </a:rPr>
              <a:t>that </a:t>
            </a:r>
            <a:r>
              <a:rPr lang="en-US" sz="2800" b="1" dirty="0">
                <a:solidFill>
                  <a:schemeClr val="tx1"/>
                </a:solidFill>
              </a:rPr>
              <a:t>outlines the plan for a research project</a:t>
            </a:r>
            <a:r>
              <a:rPr lang="en-US" sz="2800" dirty="0">
                <a:solidFill>
                  <a:schemeClr val="tx1"/>
                </a:solidFill>
              </a:rPr>
              <a:t>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It explains what the researcher </a:t>
            </a:r>
            <a:r>
              <a:rPr lang="en-US" sz="2800" b="1" dirty="0">
                <a:solidFill>
                  <a:schemeClr val="tx1"/>
                </a:solidFill>
              </a:rPr>
              <a:t>intends to study</a:t>
            </a:r>
            <a:r>
              <a:rPr lang="en-US" sz="2800" dirty="0">
                <a:solidFill>
                  <a:schemeClr val="tx1"/>
                </a:solidFill>
              </a:rPr>
              <a:t>, </a:t>
            </a:r>
            <a:r>
              <a:rPr lang="en-US" sz="2800" b="1" dirty="0">
                <a:solidFill>
                  <a:schemeClr val="tx1"/>
                </a:solidFill>
              </a:rPr>
              <a:t>why the study is necessary</a:t>
            </a:r>
            <a:r>
              <a:rPr lang="en-US" sz="2800" dirty="0">
                <a:solidFill>
                  <a:schemeClr val="tx1"/>
                </a:solidFill>
              </a:rPr>
              <a:t>, and </a:t>
            </a:r>
            <a:r>
              <a:rPr lang="en-US" sz="2800" b="1" dirty="0">
                <a:solidFill>
                  <a:schemeClr val="tx1"/>
                </a:solidFill>
              </a:rPr>
              <a:t>how the study will be carried out</a:t>
            </a:r>
            <a:r>
              <a:rPr lang="en-US" sz="2800" dirty="0">
                <a:solidFill>
                  <a:schemeClr val="tx1"/>
                </a:solidFill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As a researcher, your proposal is essentially a </a:t>
            </a:r>
            <a:r>
              <a:rPr lang="en-US" sz="2800" b="1" dirty="0">
                <a:solidFill>
                  <a:schemeClr val="tx1"/>
                </a:solidFill>
              </a:rPr>
              <a:t>blueprint for your project</a:t>
            </a:r>
            <a:r>
              <a:rPr lang="en-US" sz="2800" dirty="0">
                <a:solidFill>
                  <a:schemeClr val="tx1"/>
                </a:solidFill>
              </a:rPr>
              <a:t>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It </a:t>
            </a:r>
            <a:r>
              <a:rPr lang="en-US" sz="2800" b="1" dirty="0">
                <a:solidFill>
                  <a:schemeClr val="tx1"/>
                </a:solidFill>
              </a:rPr>
              <a:t>demonstrates your understanding </a:t>
            </a:r>
            <a:r>
              <a:rPr lang="en-US" sz="2800" dirty="0">
                <a:solidFill>
                  <a:schemeClr val="tx1"/>
                </a:solidFill>
              </a:rPr>
              <a:t>of the problem, your preparedness, and </a:t>
            </a:r>
            <a:r>
              <a:rPr lang="en-US" sz="2800" b="1" dirty="0">
                <a:solidFill>
                  <a:schemeClr val="tx1"/>
                </a:solidFill>
              </a:rPr>
              <a:t>the feasibility of your proposed approach</a:t>
            </a:r>
            <a:r>
              <a:rPr lang="en-US" sz="2800" dirty="0">
                <a:solidFill>
                  <a:schemeClr val="tx1"/>
                </a:solidFill>
              </a:rPr>
              <a:t>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It is used to seek approval, funding, or academic evaluation.</a:t>
            </a:r>
          </a:p>
        </p:txBody>
      </p:sp>
    </p:spTree>
    <p:extLst>
      <p:ext uri="{BB962C8B-B14F-4D97-AF65-F5344CB8AC3E}">
        <p14:creationId xmlns:p14="http://schemas.microsoft.com/office/powerpoint/2010/main" val="4214713870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sz="2000" dirty="0"/>
              <a:t>Proposal Writing </a:t>
            </a:r>
            <a:br>
              <a:rPr lang="de-DE" dirty="0"/>
            </a:br>
            <a:r>
              <a:rPr lang="de-DE" dirty="0"/>
              <a:t>Need of Research Proposal</a:t>
            </a:r>
            <a:br>
              <a:rPr lang="de-DE" dirty="0"/>
            </a:br>
            <a:endParaRPr lang="de-DE" dirty="0"/>
          </a:p>
        </p:txBody>
      </p:sp>
      <p:sp>
        <p:nvSpPr>
          <p:cNvPr id="13" name="Inhaltsplatzhalter 3"/>
          <p:cNvSpPr>
            <a:spLocks noGrp="1"/>
          </p:cNvSpPr>
          <p:nvPr>
            <p:ph idx="1"/>
          </p:nvPr>
        </p:nvSpPr>
        <p:spPr>
          <a:xfrm>
            <a:off x="815414" y="1340768"/>
            <a:ext cx="10753194" cy="4248472"/>
          </a:xfrm>
        </p:spPr>
        <p:txBody>
          <a:bodyPr/>
          <a:lstStyle/>
          <a:p>
            <a:r>
              <a:rPr lang="en-US" sz="2600" b="1" dirty="0">
                <a:solidFill>
                  <a:schemeClr val="tx1"/>
                </a:solidFill>
              </a:rPr>
              <a:t>Research proposal serve several important purposes: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Clarifies Research Idea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Helps in defining the </a:t>
            </a: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scope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direction of the research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Gains Approval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Required for academic, ethical, or funding body approvals.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Resource Planning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Helps in budgeting time, finances, and other resources.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Demonstrates Feasibility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Shows whether the research can be realistically executed within constraints.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Communicates Intentions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Enables others (mentors, sponsors, institutions) to understand your objectives and methodology.</a:t>
            </a:r>
          </a:p>
        </p:txBody>
      </p:sp>
    </p:spTree>
    <p:extLst>
      <p:ext uri="{BB962C8B-B14F-4D97-AF65-F5344CB8AC3E}">
        <p14:creationId xmlns:p14="http://schemas.microsoft.com/office/powerpoint/2010/main" val="3051881502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62289BD-3310-0149-A754-6A4257065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71B28A65-1CA2-57F2-BAD9-7216A59BE8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sz="2000" dirty="0"/>
              <a:t>Proposal Writing </a:t>
            </a:r>
            <a:br>
              <a:rPr lang="de-DE" dirty="0"/>
            </a:br>
            <a:r>
              <a:rPr lang="de-DE" dirty="0"/>
              <a:t>Components of a Research Proposal</a:t>
            </a:r>
            <a:br>
              <a:rPr lang="de-DE" dirty="0"/>
            </a:br>
            <a:endParaRPr lang="de-DE" dirty="0"/>
          </a:p>
        </p:txBody>
      </p:sp>
      <p:sp>
        <p:nvSpPr>
          <p:cNvPr id="13" name="Inhaltsplatzhalter 3">
            <a:extLst>
              <a:ext uri="{FF2B5EF4-FFF2-40B4-BE49-F238E27FC236}">
                <a16:creationId xmlns:a16="http://schemas.microsoft.com/office/drawing/2014/main" id="{2BA53688-D280-80F3-63E8-9DA1DD4E28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5414" y="1340768"/>
            <a:ext cx="10753194" cy="4248472"/>
          </a:xfrm>
        </p:spPr>
        <p:txBody>
          <a:bodyPr/>
          <a:lstStyle/>
          <a:p>
            <a:r>
              <a:rPr lang="en-US" sz="2500" b="1" dirty="0">
                <a:solidFill>
                  <a:schemeClr val="tx1"/>
                </a:solidFill>
              </a:rPr>
              <a:t>1. Title Page</a:t>
            </a:r>
            <a:endParaRPr lang="en-US" sz="2500" dirty="0">
              <a:solidFill>
                <a:schemeClr val="tx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chemeClr val="tx1"/>
                </a:solidFill>
              </a:rPr>
              <a:t>Include your research title, your name(s), institution (if applicable), and date.</a:t>
            </a:r>
          </a:p>
          <a:p>
            <a:r>
              <a:rPr lang="en-US" sz="2500" b="1" dirty="0">
                <a:solidFill>
                  <a:schemeClr val="tx1"/>
                </a:solidFill>
              </a:rPr>
              <a:t>2. Abstract</a:t>
            </a:r>
            <a:endParaRPr lang="en-US" sz="2500" dirty="0">
              <a:solidFill>
                <a:schemeClr val="tx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chemeClr val="tx1"/>
                </a:solidFill>
              </a:rPr>
              <a:t>Briefly summarize your research in 150-250 words. Includes the research problem, objectives, methodology, expected results, and significance.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chemeClr val="tx1"/>
                </a:solidFill>
              </a:rPr>
              <a:t>Followed by 5–7 keywords that represent the main themes.</a:t>
            </a:r>
          </a:p>
          <a:p>
            <a:pPr indent="0"/>
            <a:r>
              <a:rPr lang="en-US" sz="2500" b="1" dirty="0">
                <a:solidFill>
                  <a:schemeClr val="tx1"/>
                </a:solidFill>
              </a:rPr>
              <a:t>3. Table of Contents, List of Figures, List of Tables and Abbreviations</a:t>
            </a:r>
            <a:endParaRPr lang="en-US" sz="2500" dirty="0">
              <a:solidFill>
                <a:schemeClr val="tx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chemeClr val="tx1"/>
                </a:solidFill>
              </a:rPr>
              <a:t>Create a clear table of contents listing all sections and subsections.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chemeClr val="tx1"/>
                </a:solidFill>
              </a:rPr>
              <a:t>Include a separate list for figures (charts, graphs) and tables used in the report.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chemeClr val="tx1"/>
                </a:solidFill>
              </a:rPr>
              <a:t>Define any abbreviations used throughout the report.</a:t>
            </a:r>
          </a:p>
        </p:txBody>
      </p:sp>
    </p:spTree>
    <p:extLst>
      <p:ext uri="{BB962C8B-B14F-4D97-AF65-F5344CB8AC3E}">
        <p14:creationId xmlns:p14="http://schemas.microsoft.com/office/powerpoint/2010/main" val="871747135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sz="2000" dirty="0"/>
              <a:t>Proposal Writing </a:t>
            </a:r>
            <a:br>
              <a:rPr lang="de-DE" dirty="0"/>
            </a:br>
            <a:r>
              <a:rPr lang="de-DE" dirty="0"/>
              <a:t>Components of a Research Proposal</a:t>
            </a:r>
            <a:br>
              <a:rPr lang="de-DE" dirty="0"/>
            </a:br>
            <a:endParaRPr lang="de-DE" dirty="0"/>
          </a:p>
        </p:txBody>
      </p:sp>
      <p:sp>
        <p:nvSpPr>
          <p:cNvPr id="13" name="Inhaltsplatzhalter 3"/>
          <p:cNvSpPr>
            <a:spLocks noGrp="1"/>
          </p:cNvSpPr>
          <p:nvPr>
            <p:ph idx="1"/>
          </p:nvPr>
        </p:nvSpPr>
        <p:spPr>
          <a:xfrm>
            <a:off x="815414" y="1304764"/>
            <a:ext cx="10753194" cy="4248472"/>
          </a:xfrm>
        </p:spPr>
        <p:txBody>
          <a:bodyPr/>
          <a:lstStyle/>
          <a:p>
            <a:pPr>
              <a:buNone/>
            </a:pPr>
            <a:r>
              <a:rPr lang="en-US" sz="3200" b="1" dirty="0">
                <a:solidFill>
                  <a:schemeClr val="tx1"/>
                </a:solidFill>
              </a:rPr>
              <a:t>4a. </a:t>
            </a:r>
            <a:r>
              <a:rPr lang="en-US" sz="2800" b="1" dirty="0">
                <a:solidFill>
                  <a:schemeClr val="tx1"/>
                </a:solidFill>
              </a:rPr>
              <a:t>Rationale/Background and Motivation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Explains the context of the study.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Justifies why the topic is important.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Links to current trends, gaps in existing knowledge, and societal/industrial needs.</a:t>
            </a:r>
          </a:p>
          <a:p>
            <a:pPr>
              <a:buNone/>
            </a:pPr>
            <a:r>
              <a:rPr lang="en-US" sz="2800" b="1" dirty="0">
                <a:solidFill>
                  <a:schemeClr val="tx1"/>
                </a:solidFill>
              </a:rPr>
              <a:t>As a researcher</a:t>
            </a:r>
            <a:r>
              <a:rPr lang="en-US" sz="2800" dirty="0">
                <a:solidFill>
                  <a:schemeClr val="tx1"/>
                </a:solidFill>
              </a:rPr>
              <a:t>, include: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Background data/statistics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Existing research gaps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Personal or societal motivations</a:t>
            </a:r>
            <a:endParaRPr lang="en-US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6652995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B658B70-7DEC-6350-C661-15F1AC289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8749C39C-3B66-24B6-147E-D232E8D147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sz="2000" dirty="0"/>
              <a:t>Proposal Writing </a:t>
            </a:r>
            <a:br>
              <a:rPr lang="de-DE" dirty="0"/>
            </a:br>
            <a:r>
              <a:rPr lang="de-DE" dirty="0"/>
              <a:t>Components of a Research Proposal</a:t>
            </a:r>
            <a:br>
              <a:rPr lang="de-DE" dirty="0"/>
            </a:br>
            <a:endParaRPr lang="de-DE" dirty="0"/>
          </a:p>
        </p:txBody>
      </p:sp>
      <p:sp>
        <p:nvSpPr>
          <p:cNvPr id="13" name="Inhaltsplatzhalter 3">
            <a:extLst>
              <a:ext uri="{FF2B5EF4-FFF2-40B4-BE49-F238E27FC236}">
                <a16:creationId xmlns:a16="http://schemas.microsoft.com/office/drawing/2014/main" id="{C0CEA541-02A1-D81C-9E69-1C56E398CD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5414" y="1304764"/>
            <a:ext cx="10753194" cy="4248472"/>
          </a:xfrm>
        </p:spPr>
        <p:txBody>
          <a:bodyPr/>
          <a:lstStyle/>
          <a:p>
            <a:pPr>
              <a:buNone/>
            </a:pPr>
            <a:r>
              <a:rPr lang="en-US" sz="2800" b="1" dirty="0">
                <a:solidFill>
                  <a:schemeClr val="tx1"/>
                </a:solidFill>
              </a:rPr>
              <a:t>4b. Aim and Objectives of Research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tx1"/>
                </a:solidFill>
              </a:rPr>
              <a:t>Aim</a:t>
            </a:r>
            <a:r>
              <a:rPr lang="en-US" sz="2800" dirty="0">
                <a:solidFill>
                  <a:schemeClr val="tx1"/>
                </a:solidFill>
              </a:rPr>
              <a:t>: A broad statement of the intended outcome.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tx1"/>
                </a:solidFill>
              </a:rPr>
              <a:t>Objectives</a:t>
            </a:r>
            <a:r>
              <a:rPr lang="en-US" sz="2800" dirty="0">
                <a:solidFill>
                  <a:schemeClr val="tx1"/>
                </a:solidFill>
              </a:rPr>
              <a:t>: Specific, measurable steps that will help achieve the aim.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tx1"/>
                </a:solidFill>
              </a:rPr>
              <a:t>Tip</a:t>
            </a:r>
            <a:r>
              <a:rPr lang="en-US" sz="2800" dirty="0">
                <a:solidFill>
                  <a:schemeClr val="tx1"/>
                </a:solidFill>
              </a:rPr>
              <a:t>: Use SMART criteria – Specific, Measurable, Achievable, Relevant, Time-bound.</a:t>
            </a:r>
          </a:p>
        </p:txBody>
      </p:sp>
    </p:spTree>
    <p:extLst>
      <p:ext uri="{BB962C8B-B14F-4D97-AF65-F5344CB8AC3E}">
        <p14:creationId xmlns:p14="http://schemas.microsoft.com/office/powerpoint/2010/main" val="2313537927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D649BF1-CFBE-82EB-7212-5C0A39391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61FB9797-953F-1086-E6F1-1E19970EBF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sz="2000" dirty="0"/>
              <a:t>Proposal Writing </a:t>
            </a:r>
            <a:br>
              <a:rPr lang="de-DE" dirty="0"/>
            </a:br>
            <a:r>
              <a:rPr lang="de-DE" dirty="0"/>
              <a:t>Need of Research Report</a:t>
            </a:r>
            <a:br>
              <a:rPr lang="de-DE" dirty="0"/>
            </a:br>
            <a:endParaRPr lang="de-DE" dirty="0"/>
          </a:p>
        </p:txBody>
      </p:sp>
      <p:sp>
        <p:nvSpPr>
          <p:cNvPr id="13" name="Inhaltsplatzhalter 3">
            <a:extLst>
              <a:ext uri="{FF2B5EF4-FFF2-40B4-BE49-F238E27FC236}">
                <a16:creationId xmlns:a16="http://schemas.microsoft.com/office/drawing/2014/main" id="{59F96606-304C-74D3-BF57-A36564CD1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5414" y="1196772"/>
            <a:ext cx="10753194" cy="4248472"/>
          </a:xfrm>
        </p:spPr>
        <p:txBody>
          <a:bodyPr/>
          <a:lstStyle/>
          <a:p>
            <a:r>
              <a:rPr lang="en-US" sz="2800" b="1" dirty="0">
                <a:solidFill>
                  <a:schemeClr val="tx1"/>
                </a:solidFill>
              </a:rPr>
              <a:t>5. Literature Review</a:t>
            </a:r>
            <a:endParaRPr lang="en-US" sz="2800" dirty="0">
              <a:solidFill>
                <a:schemeClr val="tx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Summarize relevant research on your topic, highlighting key findings from existing studies.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Identifies key authors, theories, models, methods.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Highlights gaps or conflicts in literature that your study addresses.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Use separate sections for literature related to surveys, interviews, and case studies (if applicable).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10–105 relevant references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Every facts and figures should have proper Citations (APA/IEEE format)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3937901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sz="2000" dirty="0"/>
              <a:t>Proposal Writing </a:t>
            </a:r>
            <a:br>
              <a:rPr lang="de-DE" dirty="0"/>
            </a:br>
            <a:r>
              <a:rPr lang="de-DE" dirty="0"/>
              <a:t>Need of Research Report</a:t>
            </a:r>
            <a:br>
              <a:rPr lang="de-DE" dirty="0"/>
            </a:br>
            <a:endParaRPr lang="de-DE" dirty="0"/>
          </a:p>
        </p:txBody>
      </p:sp>
      <p:sp>
        <p:nvSpPr>
          <p:cNvPr id="13" name="Inhaltsplatzhalter 3"/>
          <p:cNvSpPr>
            <a:spLocks noGrp="1"/>
          </p:cNvSpPr>
          <p:nvPr>
            <p:ph idx="1"/>
          </p:nvPr>
        </p:nvSpPr>
        <p:spPr>
          <a:xfrm>
            <a:off x="815414" y="1196772"/>
            <a:ext cx="10753194" cy="4248472"/>
          </a:xfrm>
        </p:spPr>
        <p:txBody>
          <a:bodyPr/>
          <a:lstStyle/>
          <a:p>
            <a:r>
              <a:rPr lang="en-US" sz="2800" b="1" dirty="0">
                <a:solidFill>
                  <a:schemeClr val="tx1"/>
                </a:solidFill>
              </a:rPr>
              <a:t>6. Research Problem and Solution</a:t>
            </a:r>
            <a:endParaRPr lang="en-US" sz="2800" dirty="0">
              <a:solidFill>
                <a:schemeClr val="tx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A clear statement of the issue the research intends to address.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Should be specific, researchable, and significant.</a:t>
            </a:r>
          </a:p>
          <a:p>
            <a:pPr indent="0"/>
            <a:r>
              <a:rPr lang="en-US" sz="2800" dirty="0">
                <a:solidFill>
                  <a:schemeClr val="tx1"/>
                </a:solidFill>
              </a:rPr>
              <a:t>As a researcher: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Clearly define variables or factors involved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Explain limitations of current knowledge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Justify your focus</a:t>
            </a:r>
          </a:p>
        </p:txBody>
      </p:sp>
    </p:spTree>
    <p:extLst>
      <p:ext uri="{BB962C8B-B14F-4D97-AF65-F5344CB8AC3E}">
        <p14:creationId xmlns:p14="http://schemas.microsoft.com/office/powerpoint/2010/main" val="1575205470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sz="2000" dirty="0"/>
              <a:t>Proposal Writing </a:t>
            </a:r>
            <a:br>
              <a:rPr lang="de-DE" dirty="0"/>
            </a:br>
            <a:r>
              <a:rPr lang="de-DE" dirty="0"/>
              <a:t>Need of Research Report</a:t>
            </a:r>
            <a:br>
              <a:rPr lang="de-DE" dirty="0"/>
            </a:br>
            <a:endParaRPr lang="de-DE" dirty="0"/>
          </a:p>
        </p:txBody>
      </p:sp>
      <p:sp>
        <p:nvSpPr>
          <p:cNvPr id="13" name="Inhaltsplatzhalter 3"/>
          <p:cNvSpPr>
            <a:spLocks noGrp="1"/>
          </p:cNvSpPr>
          <p:nvPr>
            <p:ph idx="1"/>
          </p:nvPr>
        </p:nvSpPr>
        <p:spPr>
          <a:xfrm>
            <a:off x="815414" y="1196772"/>
            <a:ext cx="10753194" cy="4248472"/>
          </a:xfrm>
        </p:spPr>
        <p:txBody>
          <a:bodyPr/>
          <a:lstStyle/>
          <a:p>
            <a:r>
              <a:rPr lang="en-US" sz="2100" b="1" dirty="0">
                <a:solidFill>
                  <a:schemeClr val="tx1"/>
                </a:solidFill>
              </a:rPr>
              <a:t>7. Methodology</a:t>
            </a:r>
            <a:endParaRPr lang="en-US" sz="2100" dirty="0">
              <a:solidFill>
                <a:schemeClr val="tx1"/>
              </a:solidFill>
            </a:endParaRPr>
          </a:p>
          <a:p>
            <a:pPr marL="514350" indent="-514350">
              <a:buFont typeface="+mj-lt"/>
              <a:buAutoNum type="romanLcPeriod"/>
            </a:pPr>
            <a:r>
              <a:rPr lang="en-US" sz="2100" b="1" dirty="0">
                <a:solidFill>
                  <a:schemeClr val="tx1"/>
                </a:solidFill>
              </a:rPr>
              <a:t>Research Design:</a:t>
            </a:r>
            <a:r>
              <a:rPr lang="en-US" sz="2100" dirty="0">
                <a:solidFill>
                  <a:schemeClr val="tx1"/>
                </a:solidFill>
              </a:rPr>
              <a:t> Explain your overall research design, mentioning the use of surveys, interviews, and case studies.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2100" b="1" dirty="0">
                <a:solidFill>
                  <a:schemeClr val="tx1"/>
                </a:solidFill>
              </a:rPr>
              <a:t>Participants:</a:t>
            </a:r>
            <a:r>
              <a:rPr lang="en-US" sz="2100" dirty="0">
                <a:solidFill>
                  <a:schemeClr val="tx1"/>
                </a:solidFill>
              </a:rPr>
              <a:t> Describe the sample population for your survey and interview data. Explain how case studies were selected.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2100" b="1" dirty="0">
                <a:solidFill>
                  <a:schemeClr val="tx1"/>
                </a:solidFill>
              </a:rPr>
              <a:t>Data Collection Methods:</a:t>
            </a:r>
            <a:r>
              <a:rPr lang="en-US" sz="2100" dirty="0">
                <a:solidFill>
                  <a:schemeClr val="tx1"/>
                </a:solidFill>
              </a:rPr>
              <a:t> Detail how you intend to collect data for each method: survey design, interview questions, and case study data collection methods.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2100" b="1" dirty="0">
                <a:solidFill>
                  <a:schemeClr val="tx1"/>
                </a:solidFill>
              </a:rPr>
              <a:t>Data Analysis Techniques:</a:t>
            </a:r>
            <a:r>
              <a:rPr lang="en-US" sz="2100" dirty="0">
                <a:solidFill>
                  <a:schemeClr val="tx1"/>
                </a:solidFill>
              </a:rPr>
              <a:t> Explain how you analyzed data from surveys (descriptive statistics, inferential statistics), interviews (thematic analysis), and case studies (cross-case analysis).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2100" b="1" dirty="0">
                <a:solidFill>
                  <a:schemeClr val="tx1"/>
                </a:solidFill>
              </a:rPr>
              <a:t>Ethical Considerations:</a:t>
            </a:r>
            <a:r>
              <a:rPr lang="en-US" sz="2100" dirty="0">
                <a:solidFill>
                  <a:schemeClr val="tx1"/>
                </a:solidFill>
              </a:rPr>
              <a:t> Explain how you ensured ethical research practices, such as informed consent and data security.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2100" b="1" dirty="0">
                <a:solidFill>
                  <a:schemeClr val="tx1"/>
                </a:solidFill>
              </a:rPr>
              <a:t>Validation Techniques:</a:t>
            </a:r>
            <a:r>
              <a:rPr lang="en-US" sz="2100" dirty="0">
                <a:solidFill>
                  <a:schemeClr val="tx1"/>
                </a:solidFill>
              </a:rPr>
              <a:t> Describe how you ensured the validity and reliability of your data, especially for surveys and interview instruments.</a:t>
            </a:r>
          </a:p>
        </p:txBody>
      </p:sp>
    </p:spTree>
    <p:extLst>
      <p:ext uri="{BB962C8B-B14F-4D97-AF65-F5344CB8AC3E}">
        <p14:creationId xmlns:p14="http://schemas.microsoft.com/office/powerpoint/2010/main" val="2103708277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5BEE642-57C5-02D5-1CDB-8D5A83AD8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88DC9E1A-8F91-F74E-3480-4C4B9DE7CC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sz="2000" dirty="0"/>
              <a:t>Proposal Writing </a:t>
            </a:r>
            <a:br>
              <a:rPr lang="de-DE" dirty="0"/>
            </a:br>
            <a:r>
              <a:rPr lang="de-DE" dirty="0"/>
              <a:t>Need of Research Report</a:t>
            </a:r>
            <a:br>
              <a:rPr lang="de-DE" dirty="0"/>
            </a:br>
            <a:endParaRPr lang="de-DE" dirty="0"/>
          </a:p>
        </p:txBody>
      </p:sp>
      <p:sp>
        <p:nvSpPr>
          <p:cNvPr id="13" name="Inhaltsplatzhalter 3">
            <a:extLst>
              <a:ext uri="{FF2B5EF4-FFF2-40B4-BE49-F238E27FC236}">
                <a16:creationId xmlns:a16="http://schemas.microsoft.com/office/drawing/2014/main" id="{19B77F58-8B2C-3176-FF9D-97BD917DD9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5414" y="1196772"/>
            <a:ext cx="10753194" cy="4248472"/>
          </a:xfrm>
        </p:spPr>
        <p:txBody>
          <a:bodyPr/>
          <a:lstStyle/>
          <a:p>
            <a:r>
              <a:rPr lang="en-US" sz="2100" b="1" dirty="0">
                <a:solidFill>
                  <a:schemeClr val="tx1"/>
                </a:solidFill>
              </a:rPr>
              <a:t>7. Methodology</a:t>
            </a:r>
            <a:endParaRPr lang="en-US" sz="2100" dirty="0">
              <a:solidFill>
                <a:schemeClr val="tx1"/>
              </a:solidFill>
            </a:endParaRPr>
          </a:p>
          <a:p>
            <a:pPr marL="514350" indent="-514350">
              <a:buFont typeface="+mj-lt"/>
              <a:buAutoNum type="romanLcPeriod"/>
            </a:pPr>
            <a:r>
              <a:rPr lang="en-US" sz="2100" b="1" dirty="0">
                <a:solidFill>
                  <a:schemeClr val="tx1"/>
                </a:solidFill>
              </a:rPr>
              <a:t>Research Design:</a:t>
            </a:r>
            <a:r>
              <a:rPr lang="en-US" sz="2100" dirty="0">
                <a:solidFill>
                  <a:schemeClr val="tx1"/>
                </a:solidFill>
              </a:rPr>
              <a:t> Explain your overall research design, mentioning the use of surveys, interviews, and case studies.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2100" b="1" dirty="0">
                <a:solidFill>
                  <a:schemeClr val="tx1"/>
                </a:solidFill>
              </a:rPr>
              <a:t>Participants:</a:t>
            </a:r>
            <a:r>
              <a:rPr lang="en-US" sz="2100" dirty="0">
                <a:solidFill>
                  <a:schemeClr val="tx1"/>
                </a:solidFill>
              </a:rPr>
              <a:t> Describe the sample population for your survey and interview data. Explain how case studies were selected.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2100" b="1" dirty="0">
                <a:solidFill>
                  <a:schemeClr val="tx1"/>
                </a:solidFill>
              </a:rPr>
              <a:t>Data Collection Methods:</a:t>
            </a:r>
            <a:r>
              <a:rPr lang="en-US" sz="2100" dirty="0">
                <a:solidFill>
                  <a:schemeClr val="tx1"/>
                </a:solidFill>
              </a:rPr>
              <a:t> Detail how you intend to collect data for each method: survey design, interview questions, and case study data collection methods.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2100" b="1" dirty="0">
                <a:solidFill>
                  <a:schemeClr val="tx1"/>
                </a:solidFill>
              </a:rPr>
              <a:t>Data Analysis Techniques:</a:t>
            </a:r>
            <a:r>
              <a:rPr lang="en-US" sz="2100" dirty="0">
                <a:solidFill>
                  <a:schemeClr val="tx1"/>
                </a:solidFill>
              </a:rPr>
              <a:t> Explain how you analyzed data from surveys (descriptive statistics, inferential statistics), interviews (thematic analysis), and case studies (cross-case analysis).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2100" b="1" dirty="0">
                <a:solidFill>
                  <a:schemeClr val="tx1"/>
                </a:solidFill>
              </a:rPr>
              <a:t>Ethical Considerations:</a:t>
            </a:r>
            <a:r>
              <a:rPr lang="en-US" sz="2100" dirty="0">
                <a:solidFill>
                  <a:schemeClr val="tx1"/>
                </a:solidFill>
              </a:rPr>
              <a:t> Explain how you ensured ethical research practices, such as informed consent and data security.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2100" b="1" dirty="0">
                <a:solidFill>
                  <a:schemeClr val="tx1"/>
                </a:solidFill>
              </a:rPr>
              <a:t>Validation Techniques:</a:t>
            </a:r>
            <a:r>
              <a:rPr lang="en-US" sz="2100" dirty="0">
                <a:solidFill>
                  <a:schemeClr val="tx1"/>
                </a:solidFill>
              </a:rPr>
              <a:t> Describe how you ensured the validity and reliability of your data, especially for surveys and interview instruments.</a:t>
            </a:r>
          </a:p>
        </p:txBody>
      </p:sp>
    </p:spTree>
    <p:extLst>
      <p:ext uri="{BB962C8B-B14F-4D97-AF65-F5344CB8AC3E}">
        <p14:creationId xmlns:p14="http://schemas.microsoft.com/office/powerpoint/2010/main" val="2138597720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sz="2000" dirty="0"/>
              <a:t>Proposal Writing </a:t>
            </a:r>
            <a:br>
              <a:rPr lang="de-DE" dirty="0"/>
            </a:br>
            <a:r>
              <a:rPr lang="de-DE" dirty="0"/>
              <a:t>Need of Research Report</a:t>
            </a:r>
            <a:br>
              <a:rPr lang="de-DE" dirty="0"/>
            </a:br>
            <a:endParaRPr lang="de-DE" dirty="0"/>
          </a:p>
        </p:txBody>
      </p:sp>
      <p:sp>
        <p:nvSpPr>
          <p:cNvPr id="13" name="Inhaltsplatzhalter 3"/>
          <p:cNvSpPr>
            <a:spLocks noGrp="1"/>
          </p:cNvSpPr>
          <p:nvPr>
            <p:ph idx="1"/>
          </p:nvPr>
        </p:nvSpPr>
        <p:spPr>
          <a:xfrm>
            <a:off x="815414" y="1196772"/>
            <a:ext cx="10753194" cy="4248472"/>
          </a:xfrm>
        </p:spPr>
        <p:txBody>
          <a:bodyPr/>
          <a:lstStyle/>
          <a:p>
            <a:pPr>
              <a:buNone/>
            </a:pPr>
            <a:r>
              <a:rPr lang="en-US" sz="2800" b="1" dirty="0">
                <a:solidFill>
                  <a:schemeClr val="tx1"/>
                </a:solidFill>
              </a:rPr>
              <a:t>8. Research Plan and Budget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tx1"/>
                </a:solidFill>
              </a:rPr>
              <a:t>Plan</a:t>
            </a:r>
            <a:r>
              <a:rPr lang="en-US" sz="2800" dirty="0">
                <a:solidFill>
                  <a:schemeClr val="tx1"/>
                </a:solidFill>
              </a:rPr>
              <a:t>: Timeline with milestones (can be in Gantt chart format)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tx1"/>
                </a:solidFill>
              </a:rPr>
              <a:t>Budget</a:t>
            </a:r>
            <a:r>
              <a:rPr lang="en-US" sz="2800" dirty="0">
                <a:solidFill>
                  <a:schemeClr val="tx1"/>
                </a:solidFill>
              </a:rPr>
              <a:t>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Equipment and materials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Software/licenses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Travel/field expenses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Miscellaneous costs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Justify each budget item</a:t>
            </a:r>
          </a:p>
        </p:txBody>
      </p:sp>
    </p:spTree>
    <p:extLst>
      <p:ext uri="{BB962C8B-B14F-4D97-AF65-F5344CB8AC3E}">
        <p14:creationId xmlns:p14="http://schemas.microsoft.com/office/powerpoint/2010/main" val="4048170791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32580BA-06B9-3AA4-7F1D-497FB39D2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960920A7-9232-2D3A-0FD8-C600A550DC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sz="2000" dirty="0"/>
              <a:t>Proposal Writing </a:t>
            </a:r>
            <a:br>
              <a:rPr lang="de-DE" dirty="0"/>
            </a:br>
            <a:r>
              <a:rPr lang="de-DE" dirty="0"/>
              <a:t>Need of Research Report</a:t>
            </a:r>
            <a:br>
              <a:rPr lang="de-DE" dirty="0"/>
            </a:br>
            <a:endParaRPr lang="de-DE" dirty="0"/>
          </a:p>
        </p:txBody>
      </p:sp>
      <p:sp>
        <p:nvSpPr>
          <p:cNvPr id="13" name="Inhaltsplatzhalter 3">
            <a:extLst>
              <a:ext uri="{FF2B5EF4-FFF2-40B4-BE49-F238E27FC236}">
                <a16:creationId xmlns:a16="http://schemas.microsoft.com/office/drawing/2014/main" id="{C16FB923-EED1-020E-CE24-F164176B91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5414" y="1196772"/>
            <a:ext cx="10753194" cy="4248472"/>
          </a:xfrm>
        </p:spPr>
        <p:txBody>
          <a:bodyPr/>
          <a:lstStyle/>
          <a:p>
            <a:pPr>
              <a:buNone/>
            </a:pPr>
            <a:r>
              <a:rPr lang="en-US" sz="2800" b="1" dirty="0">
                <a:solidFill>
                  <a:schemeClr val="tx1"/>
                </a:solidFill>
              </a:rPr>
              <a:t>9. Contributions – Impact and Significance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Explains </a:t>
            </a:r>
            <a:r>
              <a:rPr lang="en-US" sz="2800" b="1" dirty="0">
                <a:solidFill>
                  <a:schemeClr val="tx1"/>
                </a:solidFill>
              </a:rPr>
              <a:t>what the research will contribute</a:t>
            </a:r>
            <a:r>
              <a:rPr lang="en-US" sz="2800" dirty="0">
                <a:solidFill>
                  <a:schemeClr val="tx1"/>
                </a:solidFill>
              </a:rPr>
              <a:t> to the field.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Could be: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Academic (new theories, methods)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Technological (new tools or applications)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Societal (problem-solving, policy input)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Discuss long-term relevance and scalability</a:t>
            </a:r>
          </a:p>
        </p:txBody>
      </p:sp>
    </p:spTree>
    <p:extLst>
      <p:ext uri="{BB962C8B-B14F-4D97-AF65-F5344CB8AC3E}">
        <p14:creationId xmlns:p14="http://schemas.microsoft.com/office/powerpoint/2010/main" val="2352597219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sz="2000" dirty="0"/>
              <a:t>Proposal Writing </a:t>
            </a:r>
            <a:br>
              <a:rPr lang="de-DE" dirty="0"/>
            </a:br>
            <a:r>
              <a:rPr lang="de-DE" dirty="0"/>
              <a:t>Need of Research Report</a:t>
            </a:r>
            <a:br>
              <a:rPr lang="de-DE" dirty="0"/>
            </a:br>
            <a:endParaRPr lang="de-DE" dirty="0"/>
          </a:p>
        </p:txBody>
      </p:sp>
      <p:sp>
        <p:nvSpPr>
          <p:cNvPr id="13" name="Inhaltsplatzhalter 3"/>
          <p:cNvSpPr>
            <a:spLocks noGrp="1"/>
          </p:cNvSpPr>
          <p:nvPr>
            <p:ph idx="1"/>
          </p:nvPr>
        </p:nvSpPr>
        <p:spPr>
          <a:xfrm>
            <a:off x="815414" y="1196772"/>
            <a:ext cx="10753194" cy="4248472"/>
          </a:xfrm>
        </p:spPr>
        <p:txBody>
          <a:bodyPr/>
          <a:lstStyle/>
          <a:p>
            <a:r>
              <a:rPr lang="en-US" sz="2600" b="1" dirty="0">
                <a:solidFill>
                  <a:schemeClr val="tx1"/>
                </a:solidFill>
              </a:rPr>
              <a:t>9. Conclusion</a:t>
            </a:r>
            <a:endParaRPr lang="en-US" sz="2600" dirty="0">
              <a:solidFill>
                <a:schemeClr val="tx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tx1"/>
                </a:solidFill>
              </a:rPr>
              <a:t>The conclusion of a research proposal is a </a:t>
            </a:r>
            <a:r>
              <a:rPr lang="en-US" sz="2600" b="1" dirty="0">
                <a:solidFill>
                  <a:schemeClr val="tx1"/>
                </a:solidFill>
              </a:rPr>
              <a:t>concise summary that reinforces the importance, feasibility, and expected contributions </a:t>
            </a:r>
            <a:r>
              <a:rPr lang="en-US" sz="2600" dirty="0">
                <a:solidFill>
                  <a:schemeClr val="tx1"/>
                </a:solidFill>
              </a:rPr>
              <a:t>of the proposed research.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tx1"/>
                </a:solidFill>
              </a:rPr>
              <a:t>It ties together the main elements and often includes a final convincing argument for why the research should be approved or funded.</a:t>
            </a:r>
          </a:p>
        </p:txBody>
      </p:sp>
    </p:spTree>
    <p:extLst>
      <p:ext uri="{BB962C8B-B14F-4D97-AF65-F5344CB8AC3E}">
        <p14:creationId xmlns:p14="http://schemas.microsoft.com/office/powerpoint/2010/main" val="3944398392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DAFD188-E37C-B44B-79A9-97DE29A92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6BD8E30B-2C25-C6E6-AEFE-E0EAB79BFB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sz="2000" dirty="0"/>
              <a:t>Proposal Writing </a:t>
            </a:r>
            <a:br>
              <a:rPr lang="de-DE" dirty="0"/>
            </a:br>
            <a:r>
              <a:rPr lang="de-DE" dirty="0"/>
              <a:t>Need of Research Report</a:t>
            </a:r>
            <a:br>
              <a:rPr lang="de-DE" dirty="0"/>
            </a:br>
            <a:endParaRPr lang="de-DE" dirty="0"/>
          </a:p>
        </p:txBody>
      </p:sp>
      <p:sp>
        <p:nvSpPr>
          <p:cNvPr id="13" name="Inhaltsplatzhalter 3">
            <a:extLst>
              <a:ext uri="{FF2B5EF4-FFF2-40B4-BE49-F238E27FC236}">
                <a16:creationId xmlns:a16="http://schemas.microsoft.com/office/drawing/2014/main" id="{3E83E9C9-27FC-5B10-73DB-DED442C23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5414" y="1196772"/>
            <a:ext cx="10753194" cy="4248472"/>
          </a:xfrm>
        </p:spPr>
        <p:txBody>
          <a:bodyPr/>
          <a:lstStyle/>
          <a:p>
            <a:r>
              <a:rPr lang="en-US" sz="2600" b="1" dirty="0">
                <a:solidFill>
                  <a:schemeClr val="tx1"/>
                </a:solidFill>
              </a:rPr>
              <a:t>9. Example of Conclusion</a:t>
            </a:r>
            <a:endParaRPr lang="en-US" sz="2600" dirty="0">
              <a:solidFill>
                <a:schemeClr val="tx1"/>
              </a:solidFill>
            </a:endParaRPr>
          </a:p>
          <a:p>
            <a:pPr indent="0"/>
            <a:r>
              <a:rPr lang="en-US" sz="2600" dirty="0">
                <a:solidFill>
                  <a:schemeClr val="tx1"/>
                </a:solidFill>
              </a:rPr>
              <a:t>In conclusion, this research proposal outlines a well-structured plan to investigate [</a:t>
            </a:r>
            <a:r>
              <a:rPr lang="en-US" sz="2600" b="1" i="1" dirty="0">
                <a:solidFill>
                  <a:schemeClr val="tx1"/>
                </a:solidFill>
              </a:rPr>
              <a:t>briefly state your topic or problem</a:t>
            </a:r>
            <a:r>
              <a:rPr lang="en-US" sz="2600" dirty="0">
                <a:solidFill>
                  <a:schemeClr val="tx1"/>
                </a:solidFill>
              </a:rPr>
              <a:t>]. The integration of [</a:t>
            </a:r>
            <a:r>
              <a:rPr lang="en-US" sz="2600" b="1" i="1" dirty="0">
                <a:solidFill>
                  <a:schemeClr val="tx1"/>
                </a:solidFill>
              </a:rPr>
              <a:t>mention key methods or technologies, e.g., AI, IoT, simulation</a:t>
            </a:r>
            <a:r>
              <a:rPr lang="en-US" sz="2600" dirty="0">
                <a:solidFill>
                  <a:schemeClr val="tx1"/>
                </a:solidFill>
              </a:rPr>
              <a:t>] will provide innovative and practical solutions to [</a:t>
            </a:r>
            <a:r>
              <a:rPr lang="en-US" sz="2600" b="1" i="1" dirty="0">
                <a:solidFill>
                  <a:schemeClr val="tx1"/>
                </a:solidFill>
              </a:rPr>
              <a:t>restate the core problem or need</a:t>
            </a:r>
            <a:r>
              <a:rPr lang="en-US" sz="2600" dirty="0">
                <a:solidFill>
                  <a:schemeClr val="tx1"/>
                </a:solidFill>
              </a:rPr>
              <a:t>]. With a clear set of objectives, a feasible methodology, and well-defined outcomes, the proposed research has the potential to make a meaningful contribution to [</a:t>
            </a:r>
            <a:r>
              <a:rPr lang="en-US" sz="2600" b="1" i="1" dirty="0">
                <a:solidFill>
                  <a:schemeClr val="tx1"/>
                </a:solidFill>
              </a:rPr>
              <a:t>academic field, industry, or society</a:t>
            </a:r>
            <a:r>
              <a:rPr lang="en-US" sz="2600" dirty="0">
                <a:solidFill>
                  <a:schemeClr val="tx1"/>
                </a:solidFill>
              </a:rPr>
              <a:t>]. The findings are expected to support future advancements and address current gaps in knowledge or application. Support for this proposal will enable the execution of a project that is both timely and impactful.</a:t>
            </a:r>
          </a:p>
        </p:txBody>
      </p:sp>
    </p:spTree>
    <p:extLst>
      <p:ext uri="{BB962C8B-B14F-4D97-AF65-F5344CB8AC3E}">
        <p14:creationId xmlns:p14="http://schemas.microsoft.com/office/powerpoint/2010/main" val="3244066357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sz="2000" dirty="0"/>
              <a:t>Proposal Writing </a:t>
            </a:r>
            <a:br>
              <a:rPr lang="de-DE" dirty="0"/>
            </a:br>
            <a:r>
              <a:rPr lang="de-DE" dirty="0"/>
              <a:t>Need of Research Report</a:t>
            </a:r>
            <a:br>
              <a:rPr lang="de-DE" dirty="0"/>
            </a:br>
            <a:endParaRPr lang="de-DE" dirty="0"/>
          </a:p>
        </p:txBody>
      </p:sp>
      <p:sp>
        <p:nvSpPr>
          <p:cNvPr id="13" name="Inhaltsplatzhalter 3"/>
          <p:cNvSpPr>
            <a:spLocks noGrp="1"/>
          </p:cNvSpPr>
          <p:nvPr>
            <p:ph idx="1"/>
          </p:nvPr>
        </p:nvSpPr>
        <p:spPr>
          <a:xfrm>
            <a:off x="815414" y="1196772"/>
            <a:ext cx="10753194" cy="4248472"/>
          </a:xfrm>
        </p:spPr>
        <p:txBody>
          <a:bodyPr/>
          <a:lstStyle/>
          <a:p>
            <a:r>
              <a:rPr lang="en-US" sz="2800" b="1" dirty="0">
                <a:solidFill>
                  <a:schemeClr val="tx1"/>
                </a:solidFill>
              </a:rPr>
              <a:t>10. Reference List/Bibliography</a:t>
            </a:r>
            <a:endParaRPr lang="en-US" sz="2800" dirty="0">
              <a:solidFill>
                <a:schemeClr val="tx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List all sources cited in your proposal using a consistent style guide (IEEE, APA, MLA, etc.).</a:t>
            </a:r>
          </a:p>
          <a:p>
            <a:r>
              <a:rPr lang="en-US" sz="2800" b="1" dirty="0">
                <a:solidFill>
                  <a:schemeClr val="tx1"/>
                </a:solidFill>
              </a:rPr>
              <a:t>11. Annexes</a:t>
            </a:r>
            <a:endParaRPr lang="en-US" sz="2800" dirty="0">
              <a:solidFill>
                <a:schemeClr val="tx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Include any additional materials that support your research</a:t>
            </a:r>
          </a:p>
          <a:p>
            <a:pPr marL="120015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System Architecture / Block Diagram: A visual representation of the proposed system, showing components and their interaction (e.g., sensors, microcontrollers, cloud services, AI modules).</a:t>
            </a:r>
          </a:p>
          <a:p>
            <a:pPr marL="120015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Gantt Chart or Research Timeline: A schedule showing planned project phases, tasks, and deadlines. Useful to demonstrate project feasibility and planning.</a:t>
            </a:r>
          </a:p>
          <a:p>
            <a:pPr marL="120015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Survey Questionnaire or Sample Data Table: If your research involves data collection, include a sample questionnaire or sample dataset to illustrate the kind of data you will analyze.</a:t>
            </a:r>
          </a:p>
        </p:txBody>
      </p:sp>
    </p:spTree>
    <p:extLst>
      <p:ext uri="{BB962C8B-B14F-4D97-AF65-F5344CB8AC3E}">
        <p14:creationId xmlns:p14="http://schemas.microsoft.com/office/powerpoint/2010/main" val="3896187707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ctrTitle"/>
          </p:nvPr>
        </p:nvSpPr>
        <p:spPr>
          <a:xfrm>
            <a:off x="18152" y="4077072"/>
            <a:ext cx="12192000" cy="821953"/>
          </a:xfrm>
        </p:spPr>
        <p:txBody>
          <a:bodyPr/>
          <a:lstStyle/>
          <a:p>
            <a:r>
              <a:rPr lang="de-DE" dirty="0"/>
              <a:t>Thanks for Listening...</a:t>
            </a: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LightsOn">
  <a:themeElements>
    <a:clrScheme name="Purple_Moving_Lights">
      <a:dk1>
        <a:srgbClr val="3C3C3C"/>
      </a:dk1>
      <a:lt1>
        <a:srgbClr val="64645A"/>
      </a:lt1>
      <a:dk2>
        <a:srgbClr val="FFFFF0"/>
      </a:dk2>
      <a:lt2>
        <a:srgbClr val="D2D2BE"/>
      </a:lt2>
      <a:accent1>
        <a:srgbClr val="781955"/>
      </a:accent1>
      <a:accent2>
        <a:srgbClr val="E696D2"/>
      </a:accent2>
      <a:accent3>
        <a:srgbClr val="1E4F56"/>
      </a:accent3>
      <a:accent4>
        <a:srgbClr val="647300"/>
      </a:accent4>
      <a:accent5>
        <a:srgbClr val="DCB4D2"/>
      </a:accent5>
      <a:accent6>
        <a:srgbClr val="005064"/>
      </a:accent6>
      <a:hlink>
        <a:srgbClr val="647300"/>
      </a:hlink>
      <a:folHlink>
        <a:srgbClr val="0A466E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8237</TotalTime>
  <Words>1346</Words>
  <Application>Microsoft Office PowerPoint</Application>
  <PresentationFormat>Widescreen</PresentationFormat>
  <Paragraphs>125</Paragraphs>
  <Slides>17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Wingdings</vt:lpstr>
      <vt:lpstr>LightsOn</vt:lpstr>
      <vt:lpstr>PowerPoint Presentation</vt:lpstr>
      <vt:lpstr>Proposal Writing</vt:lpstr>
      <vt:lpstr>Proposal Writing  What is a Research Proposal? </vt:lpstr>
      <vt:lpstr>Proposal Writing  Need of Research Proposal </vt:lpstr>
      <vt:lpstr>Proposal Writing  Components of a Research Proposal </vt:lpstr>
      <vt:lpstr>Proposal Writing  Components of a Research Proposal </vt:lpstr>
      <vt:lpstr>Proposal Writing  Components of a Research Proposal </vt:lpstr>
      <vt:lpstr>Proposal Writing  Need of Research Report </vt:lpstr>
      <vt:lpstr>Proposal Writing  Need of Research Report </vt:lpstr>
      <vt:lpstr>Proposal Writing  Need of Research Report </vt:lpstr>
      <vt:lpstr>Proposal Writing  Need of Research Report </vt:lpstr>
      <vt:lpstr>Proposal Writing  Need of Research Report </vt:lpstr>
      <vt:lpstr>Proposal Writing  Need of Research Report </vt:lpstr>
      <vt:lpstr>Proposal Writing  Need of Research Report </vt:lpstr>
      <vt:lpstr>Proposal Writing  Need of Research Report </vt:lpstr>
      <vt:lpstr>Proposal Writing  Need of Research Report </vt:lpstr>
      <vt:lpstr>Thanks for Listening...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Folie 1</dc:title>
  <dc:creator>booboo</dc:creator>
  <cp:lastModifiedBy>Prem Bahadur KC</cp:lastModifiedBy>
  <cp:revision>292</cp:revision>
  <dcterms:created xsi:type="dcterms:W3CDTF">2011-04-28T14:24:50Z</dcterms:created>
  <dcterms:modified xsi:type="dcterms:W3CDTF">2026-01-02T04:57:05Z</dcterms:modified>
</cp:coreProperties>
</file>