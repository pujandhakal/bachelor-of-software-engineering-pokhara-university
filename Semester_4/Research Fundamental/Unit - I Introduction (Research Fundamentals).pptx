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60" r:id="rId3"/>
    <p:sldId id="273" r:id="rId4"/>
    <p:sldId id="274" r:id="rId5"/>
    <p:sldId id="275" r:id="rId6"/>
    <p:sldId id="276" r:id="rId7"/>
    <p:sldId id="277" r:id="rId8"/>
    <p:sldId id="278" r:id="rId9"/>
    <p:sldId id="284" r:id="rId10"/>
    <p:sldId id="279" r:id="rId11"/>
    <p:sldId id="280" r:id="rId12"/>
    <p:sldId id="281" r:id="rId13"/>
    <p:sldId id="282" r:id="rId14"/>
    <p:sldId id="288" r:id="rId15"/>
    <p:sldId id="285" r:id="rId16"/>
    <p:sldId id="289" r:id="rId17"/>
    <p:sldId id="286" r:id="rId18"/>
    <p:sldId id="290" r:id="rId19"/>
    <p:sldId id="283" r:id="rId20"/>
    <p:sldId id="294" r:id="rId21"/>
    <p:sldId id="287" r:id="rId22"/>
    <p:sldId id="291" r:id="rId23"/>
    <p:sldId id="292" r:id="rId24"/>
    <p:sldId id="293"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271" r:id="rId3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19" autoAdjust="0"/>
    <p:restoredTop sz="94660"/>
  </p:normalViewPr>
  <p:slideViewPr>
    <p:cSldViewPr showGuides="1">
      <p:cViewPr varScale="1">
        <p:scale>
          <a:sx n="85" d="100"/>
          <a:sy n="85" d="100"/>
        </p:scale>
        <p:origin x="86" y="245"/>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96" d="100"/>
          <a:sy n="96" d="100"/>
        </p:scale>
        <p:origin x="-360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B9FA9E-7223-4E91-94CA-19684DC5DA87}" type="doc">
      <dgm:prSet loTypeId="urn:microsoft.com/office/officeart/2005/8/layout/orgChart1" loCatId="hierarchy" qsTypeId="urn:microsoft.com/office/officeart/2005/8/quickstyle/simple3" qsCatId="simple" csTypeId="urn:microsoft.com/office/officeart/2005/8/colors/accent1_1" csCatId="accent1" phldr="1"/>
      <dgm:spPr/>
      <dgm:t>
        <a:bodyPr/>
        <a:lstStyle/>
        <a:p>
          <a:endParaRPr lang="en-US"/>
        </a:p>
      </dgm:t>
    </dgm:pt>
    <dgm:pt modelId="{EDB650A6-9EEB-4ABF-858E-85ECF5A8EC66}">
      <dgm:prSet phldrT="[Text]"/>
      <dgm:spPr/>
      <dgm:t>
        <a:bodyPr/>
        <a:lstStyle/>
        <a:p>
          <a:r>
            <a:rPr lang="en-US" dirty="0"/>
            <a:t>Research Types</a:t>
          </a:r>
        </a:p>
      </dgm:t>
    </dgm:pt>
    <dgm:pt modelId="{92EDCAE1-08CB-4A05-997B-C74CD59C18D3}" type="parTrans" cxnId="{41A20FF2-571D-41BA-A9A1-7B336956E110}">
      <dgm:prSet/>
      <dgm:spPr/>
      <dgm:t>
        <a:bodyPr/>
        <a:lstStyle/>
        <a:p>
          <a:endParaRPr lang="en-US"/>
        </a:p>
      </dgm:t>
    </dgm:pt>
    <dgm:pt modelId="{D8A5B6DD-0732-49F4-8A80-A198E6F855CA}" type="sibTrans" cxnId="{41A20FF2-571D-41BA-A9A1-7B336956E110}">
      <dgm:prSet/>
      <dgm:spPr/>
      <dgm:t>
        <a:bodyPr/>
        <a:lstStyle/>
        <a:p>
          <a:endParaRPr lang="en-US"/>
        </a:p>
      </dgm:t>
    </dgm:pt>
    <dgm:pt modelId="{1D4BD9D9-A520-4EC0-AF75-B853B72235CA}">
      <dgm:prSet phldrT="[Text]"/>
      <dgm:spPr/>
      <dgm:t>
        <a:bodyPr/>
        <a:lstStyle/>
        <a:p>
          <a:r>
            <a:rPr lang="en-US" b="1" i="0" dirty="0"/>
            <a:t>By Purpose</a:t>
          </a:r>
          <a:endParaRPr lang="en-US" dirty="0"/>
        </a:p>
      </dgm:t>
    </dgm:pt>
    <dgm:pt modelId="{A618C350-7038-42BA-B76A-21D9CFC071AD}" type="parTrans" cxnId="{FA1564D2-8BF5-4325-9A69-83610C4A5DD7}">
      <dgm:prSet/>
      <dgm:spPr/>
      <dgm:t>
        <a:bodyPr/>
        <a:lstStyle/>
        <a:p>
          <a:endParaRPr lang="en-US"/>
        </a:p>
      </dgm:t>
    </dgm:pt>
    <dgm:pt modelId="{F6CB5B39-324F-4CF9-BB5F-D28E55E13CD7}" type="sibTrans" cxnId="{FA1564D2-8BF5-4325-9A69-83610C4A5DD7}">
      <dgm:prSet/>
      <dgm:spPr/>
      <dgm:t>
        <a:bodyPr/>
        <a:lstStyle/>
        <a:p>
          <a:endParaRPr lang="en-US"/>
        </a:p>
      </dgm:t>
    </dgm:pt>
    <dgm:pt modelId="{6B1F3F7B-C834-4441-8902-74A63D8776CB}">
      <dgm:prSet phldrT="[Text]"/>
      <dgm:spPr/>
      <dgm:t>
        <a:bodyPr/>
        <a:lstStyle/>
        <a:p>
          <a:pPr>
            <a:buFont typeface="Arial" panose="020B0604020202020204" pitchFamily="34" charset="0"/>
            <a:buChar char="•"/>
          </a:pPr>
          <a:r>
            <a:rPr lang="en-US" b="0" i="0" dirty="0"/>
            <a:t>Fundamental (Basic) Research</a:t>
          </a:r>
          <a:endParaRPr lang="en-US" dirty="0"/>
        </a:p>
      </dgm:t>
    </dgm:pt>
    <dgm:pt modelId="{45AFD10D-44DE-4AC8-85D8-62E9C69F4526}" type="parTrans" cxnId="{5F459105-9F00-49B7-AF1B-281E8016F416}">
      <dgm:prSet/>
      <dgm:spPr/>
      <dgm:t>
        <a:bodyPr/>
        <a:lstStyle/>
        <a:p>
          <a:endParaRPr lang="en-US"/>
        </a:p>
      </dgm:t>
    </dgm:pt>
    <dgm:pt modelId="{BCC87683-A66C-4221-97C7-9E6FBBDE992A}" type="sibTrans" cxnId="{5F459105-9F00-49B7-AF1B-281E8016F416}">
      <dgm:prSet/>
      <dgm:spPr/>
      <dgm:t>
        <a:bodyPr/>
        <a:lstStyle/>
        <a:p>
          <a:endParaRPr lang="en-US"/>
        </a:p>
      </dgm:t>
    </dgm:pt>
    <dgm:pt modelId="{C9E0962C-E811-4BB4-B7B7-CF0619DB46B7}">
      <dgm:prSet phldrT="[Text]"/>
      <dgm:spPr/>
      <dgm:t>
        <a:bodyPr/>
        <a:lstStyle/>
        <a:p>
          <a:pPr>
            <a:buFont typeface="Arial" panose="020B0604020202020204" pitchFamily="34" charset="0"/>
            <a:buChar char="•"/>
          </a:pPr>
          <a:r>
            <a:rPr lang="en-US" b="0" i="0" dirty="0"/>
            <a:t>Applied Research</a:t>
          </a:r>
          <a:endParaRPr lang="en-US" dirty="0"/>
        </a:p>
      </dgm:t>
    </dgm:pt>
    <dgm:pt modelId="{FE87FAEB-99F3-457C-AE4A-1E8B8F4D5A74}" type="parTrans" cxnId="{2E006778-0EDF-41BE-9ACB-E41CAA78A3B2}">
      <dgm:prSet/>
      <dgm:spPr/>
      <dgm:t>
        <a:bodyPr/>
        <a:lstStyle/>
        <a:p>
          <a:endParaRPr lang="en-US"/>
        </a:p>
      </dgm:t>
    </dgm:pt>
    <dgm:pt modelId="{947B9C96-8D48-463A-99E6-F32B2299BD24}" type="sibTrans" cxnId="{2E006778-0EDF-41BE-9ACB-E41CAA78A3B2}">
      <dgm:prSet/>
      <dgm:spPr/>
      <dgm:t>
        <a:bodyPr/>
        <a:lstStyle/>
        <a:p>
          <a:endParaRPr lang="en-US"/>
        </a:p>
      </dgm:t>
    </dgm:pt>
    <dgm:pt modelId="{F5F1F0A0-6C5D-4869-9D09-6D7A91FD533A}">
      <dgm:prSet phldrT="[Text]"/>
      <dgm:spPr/>
      <dgm:t>
        <a:bodyPr/>
        <a:lstStyle/>
        <a:p>
          <a:r>
            <a:rPr lang="en-US" b="1" i="0" dirty="0"/>
            <a:t>By Methodology</a:t>
          </a:r>
          <a:endParaRPr lang="en-US" dirty="0"/>
        </a:p>
      </dgm:t>
    </dgm:pt>
    <dgm:pt modelId="{11B7E280-238E-4709-BD39-3FECD9C1A7B4}" type="parTrans" cxnId="{EC45391F-CEE2-489B-9A8D-344A2480D82D}">
      <dgm:prSet/>
      <dgm:spPr/>
      <dgm:t>
        <a:bodyPr/>
        <a:lstStyle/>
        <a:p>
          <a:endParaRPr lang="en-US"/>
        </a:p>
      </dgm:t>
    </dgm:pt>
    <dgm:pt modelId="{38E62CC4-57E5-4895-BD09-662182F06EAE}" type="sibTrans" cxnId="{EC45391F-CEE2-489B-9A8D-344A2480D82D}">
      <dgm:prSet/>
      <dgm:spPr/>
      <dgm:t>
        <a:bodyPr/>
        <a:lstStyle/>
        <a:p>
          <a:endParaRPr lang="en-US"/>
        </a:p>
      </dgm:t>
    </dgm:pt>
    <dgm:pt modelId="{51F4077C-3C73-431C-833D-3E777C348C7E}">
      <dgm:prSet phldrT="[Text]"/>
      <dgm:spPr/>
      <dgm:t>
        <a:bodyPr/>
        <a:lstStyle/>
        <a:p>
          <a:pPr>
            <a:buFont typeface="Arial" panose="020B0604020202020204" pitchFamily="34" charset="0"/>
            <a:buChar char="•"/>
          </a:pPr>
          <a:r>
            <a:rPr lang="en-US" b="0" i="0" dirty="0"/>
            <a:t>Quantitative Research</a:t>
          </a:r>
          <a:endParaRPr lang="en-US" dirty="0"/>
        </a:p>
      </dgm:t>
    </dgm:pt>
    <dgm:pt modelId="{A8CB1A5A-95DB-4854-B315-6B673B6CF43D}" type="parTrans" cxnId="{64381988-BC6E-4650-8E99-C35056B0C878}">
      <dgm:prSet/>
      <dgm:spPr/>
      <dgm:t>
        <a:bodyPr/>
        <a:lstStyle/>
        <a:p>
          <a:endParaRPr lang="en-US"/>
        </a:p>
      </dgm:t>
    </dgm:pt>
    <dgm:pt modelId="{D1F13602-74C5-4014-BA2C-5BE0D4CDCE35}" type="sibTrans" cxnId="{64381988-BC6E-4650-8E99-C35056B0C878}">
      <dgm:prSet/>
      <dgm:spPr/>
      <dgm:t>
        <a:bodyPr/>
        <a:lstStyle/>
        <a:p>
          <a:endParaRPr lang="en-US"/>
        </a:p>
      </dgm:t>
    </dgm:pt>
    <dgm:pt modelId="{4CDCEDC5-CB45-4A15-8A97-ACC38DD6288E}">
      <dgm:prSet/>
      <dgm:spPr/>
      <dgm:t>
        <a:bodyPr/>
        <a:lstStyle/>
        <a:p>
          <a:r>
            <a:rPr lang="en-US" b="1" dirty="0"/>
            <a:t>By Approach</a:t>
          </a:r>
        </a:p>
      </dgm:t>
    </dgm:pt>
    <dgm:pt modelId="{DDB0D89F-0BF0-44B8-8728-64ECE86AF274}" type="parTrans" cxnId="{419C3E72-4E33-42C5-8DCC-C8C3731B05AE}">
      <dgm:prSet/>
      <dgm:spPr/>
      <dgm:t>
        <a:bodyPr/>
        <a:lstStyle/>
        <a:p>
          <a:endParaRPr lang="en-US"/>
        </a:p>
      </dgm:t>
    </dgm:pt>
    <dgm:pt modelId="{0C35BB6B-1842-4213-A0AB-82FA13DDF672}" type="sibTrans" cxnId="{419C3E72-4E33-42C5-8DCC-C8C3731B05AE}">
      <dgm:prSet/>
      <dgm:spPr/>
      <dgm:t>
        <a:bodyPr/>
        <a:lstStyle/>
        <a:p>
          <a:endParaRPr lang="en-US"/>
        </a:p>
      </dgm:t>
    </dgm:pt>
    <dgm:pt modelId="{52F9C47E-E066-40FE-A159-F495AAC83AAA}">
      <dgm:prSet/>
      <dgm:spPr/>
      <dgm:t>
        <a:bodyPr/>
        <a:lstStyle/>
        <a:p>
          <a:r>
            <a:rPr lang="en-US" b="1" i="0" dirty="0"/>
            <a:t>By Design</a:t>
          </a:r>
          <a:endParaRPr lang="en-US" dirty="0"/>
        </a:p>
      </dgm:t>
    </dgm:pt>
    <dgm:pt modelId="{9087893E-2081-461B-85BC-34F971E18B30}" type="parTrans" cxnId="{5B0D52F4-D970-457A-92B1-7299D27102E9}">
      <dgm:prSet/>
      <dgm:spPr/>
      <dgm:t>
        <a:bodyPr/>
        <a:lstStyle/>
        <a:p>
          <a:endParaRPr lang="en-US"/>
        </a:p>
      </dgm:t>
    </dgm:pt>
    <dgm:pt modelId="{26D43FD3-8670-4803-AC48-27A46A0DEEFC}" type="sibTrans" cxnId="{5B0D52F4-D970-457A-92B1-7299D27102E9}">
      <dgm:prSet/>
      <dgm:spPr/>
      <dgm:t>
        <a:bodyPr/>
        <a:lstStyle/>
        <a:p>
          <a:endParaRPr lang="en-US"/>
        </a:p>
      </dgm:t>
    </dgm:pt>
    <dgm:pt modelId="{A3899452-89A9-402F-91E8-B45C9901E902}">
      <dgm:prSet/>
      <dgm:spPr/>
      <dgm:t>
        <a:bodyPr/>
        <a:lstStyle/>
        <a:p>
          <a:pPr>
            <a:buFont typeface="Arial" panose="020B0604020202020204" pitchFamily="34" charset="0"/>
            <a:buChar char="•"/>
          </a:pPr>
          <a:r>
            <a:rPr lang="en-US" b="0" i="0" dirty="0"/>
            <a:t>Qualitative Research</a:t>
          </a:r>
          <a:endParaRPr lang="en-US" dirty="0"/>
        </a:p>
      </dgm:t>
    </dgm:pt>
    <dgm:pt modelId="{8C50E857-F9DA-4E93-A99A-11F0F17B1944}" type="parTrans" cxnId="{5183AB00-6CC8-4BF9-9A24-B8DAE4310D21}">
      <dgm:prSet/>
      <dgm:spPr/>
      <dgm:t>
        <a:bodyPr/>
        <a:lstStyle/>
        <a:p>
          <a:endParaRPr lang="en-US"/>
        </a:p>
      </dgm:t>
    </dgm:pt>
    <dgm:pt modelId="{79D46A12-B760-481B-A46E-1A880E1AEF4E}" type="sibTrans" cxnId="{5183AB00-6CC8-4BF9-9A24-B8DAE4310D21}">
      <dgm:prSet/>
      <dgm:spPr/>
      <dgm:t>
        <a:bodyPr/>
        <a:lstStyle/>
        <a:p>
          <a:endParaRPr lang="en-US"/>
        </a:p>
      </dgm:t>
    </dgm:pt>
    <dgm:pt modelId="{B7899E0B-1332-4134-8FE3-5596413F3A8B}">
      <dgm:prSet/>
      <dgm:spPr/>
      <dgm:t>
        <a:bodyPr/>
        <a:lstStyle/>
        <a:p>
          <a:pPr>
            <a:buFont typeface="Arial" panose="020B0604020202020204" pitchFamily="34" charset="0"/>
            <a:buChar char="•"/>
          </a:pPr>
          <a:r>
            <a:rPr lang="en-US" b="0" i="0" dirty="0"/>
            <a:t>Descriptive Research</a:t>
          </a:r>
          <a:endParaRPr lang="en-US" dirty="0"/>
        </a:p>
      </dgm:t>
    </dgm:pt>
    <dgm:pt modelId="{C1EFCEA2-8EC7-451E-8D04-478E993B18D2}" type="parTrans" cxnId="{805C7C12-EE00-4659-91E5-6104F2A7FA64}">
      <dgm:prSet/>
      <dgm:spPr/>
      <dgm:t>
        <a:bodyPr/>
        <a:lstStyle/>
        <a:p>
          <a:endParaRPr lang="en-US"/>
        </a:p>
      </dgm:t>
    </dgm:pt>
    <dgm:pt modelId="{EF65371D-439E-4CF6-B7E6-84496A54DC1F}" type="sibTrans" cxnId="{805C7C12-EE00-4659-91E5-6104F2A7FA64}">
      <dgm:prSet/>
      <dgm:spPr/>
      <dgm:t>
        <a:bodyPr/>
        <a:lstStyle/>
        <a:p>
          <a:endParaRPr lang="en-US"/>
        </a:p>
      </dgm:t>
    </dgm:pt>
    <dgm:pt modelId="{45161D2C-8130-4A26-BA6A-59A2E031E1EE}">
      <dgm:prSet/>
      <dgm:spPr/>
      <dgm:t>
        <a:bodyPr/>
        <a:lstStyle/>
        <a:p>
          <a:pPr>
            <a:buFont typeface="Arial" panose="020B0604020202020204" pitchFamily="34" charset="0"/>
            <a:buChar char="•"/>
          </a:pPr>
          <a:r>
            <a:rPr lang="en-US" b="0" i="0" dirty="0"/>
            <a:t>Analytical Research</a:t>
          </a:r>
          <a:endParaRPr lang="en-US" dirty="0"/>
        </a:p>
      </dgm:t>
    </dgm:pt>
    <dgm:pt modelId="{48DD1DED-64B1-4796-ADB7-4A804A23353D}" type="parTrans" cxnId="{8E6C6B4E-4E50-40C1-92D8-2A828E2C2FD5}">
      <dgm:prSet/>
      <dgm:spPr/>
      <dgm:t>
        <a:bodyPr/>
        <a:lstStyle/>
        <a:p>
          <a:endParaRPr lang="en-US"/>
        </a:p>
      </dgm:t>
    </dgm:pt>
    <dgm:pt modelId="{000BBAB0-1576-4583-8E21-37271098BE43}" type="sibTrans" cxnId="{8E6C6B4E-4E50-40C1-92D8-2A828E2C2FD5}">
      <dgm:prSet/>
      <dgm:spPr/>
      <dgm:t>
        <a:bodyPr/>
        <a:lstStyle/>
        <a:p>
          <a:endParaRPr lang="en-US"/>
        </a:p>
      </dgm:t>
    </dgm:pt>
    <dgm:pt modelId="{3530C597-ACD3-4748-AA08-1C0D1028485D}">
      <dgm:prSet/>
      <dgm:spPr/>
      <dgm:t>
        <a:bodyPr/>
        <a:lstStyle/>
        <a:p>
          <a:pPr>
            <a:buFont typeface="Arial" panose="020B0604020202020204" pitchFamily="34" charset="0"/>
            <a:buChar char="•"/>
          </a:pPr>
          <a:r>
            <a:rPr lang="en-US" b="0" i="0" dirty="0"/>
            <a:t>Empirical Research</a:t>
          </a:r>
          <a:endParaRPr lang="en-US" dirty="0"/>
        </a:p>
      </dgm:t>
    </dgm:pt>
    <dgm:pt modelId="{37CE2DE8-2591-4577-9AFB-A4FC4FD4FA6D}" type="parTrans" cxnId="{1F325F38-A5A8-4D92-9E50-4C1C4DD75026}">
      <dgm:prSet/>
      <dgm:spPr/>
      <dgm:t>
        <a:bodyPr/>
        <a:lstStyle/>
        <a:p>
          <a:endParaRPr lang="en-US"/>
        </a:p>
      </dgm:t>
    </dgm:pt>
    <dgm:pt modelId="{F6EED141-0D7D-4E11-992D-E044CAC14F9F}" type="sibTrans" cxnId="{1F325F38-A5A8-4D92-9E50-4C1C4DD75026}">
      <dgm:prSet/>
      <dgm:spPr/>
      <dgm:t>
        <a:bodyPr/>
        <a:lstStyle/>
        <a:p>
          <a:endParaRPr lang="en-US"/>
        </a:p>
      </dgm:t>
    </dgm:pt>
    <dgm:pt modelId="{DE60C09E-A5E4-4C3D-AC7A-556C00E1B564}">
      <dgm:prSet/>
      <dgm:spPr/>
      <dgm:t>
        <a:bodyPr/>
        <a:lstStyle/>
        <a:p>
          <a:pPr>
            <a:buFont typeface="Arial" panose="020B0604020202020204" pitchFamily="34" charset="0"/>
            <a:buChar char="•"/>
          </a:pPr>
          <a:r>
            <a:rPr lang="en-US" b="0" i="0" dirty="0"/>
            <a:t>Conceptual Research</a:t>
          </a:r>
          <a:endParaRPr lang="en-US" dirty="0"/>
        </a:p>
      </dgm:t>
    </dgm:pt>
    <dgm:pt modelId="{B68A38A6-895B-40CE-A418-07BBAB01660E}" type="parTrans" cxnId="{B46B20FA-4BCF-45AE-AC19-5DC408398BB3}">
      <dgm:prSet/>
      <dgm:spPr/>
      <dgm:t>
        <a:bodyPr/>
        <a:lstStyle/>
        <a:p>
          <a:endParaRPr lang="en-US"/>
        </a:p>
      </dgm:t>
    </dgm:pt>
    <dgm:pt modelId="{D83DD38B-808F-44F1-B282-BB3DBB18A9DA}" type="sibTrans" cxnId="{B46B20FA-4BCF-45AE-AC19-5DC408398BB3}">
      <dgm:prSet/>
      <dgm:spPr/>
      <dgm:t>
        <a:bodyPr/>
        <a:lstStyle/>
        <a:p>
          <a:endParaRPr lang="en-US"/>
        </a:p>
      </dgm:t>
    </dgm:pt>
    <dgm:pt modelId="{D00EA004-C342-4E48-ABDE-ED1EF4532A84}">
      <dgm:prSet/>
      <dgm:spPr/>
      <dgm:t>
        <a:bodyPr/>
        <a:lstStyle/>
        <a:p>
          <a:pPr>
            <a:buFont typeface="Arial" panose="020B0604020202020204" pitchFamily="34" charset="0"/>
            <a:buChar char="•"/>
          </a:pPr>
          <a:r>
            <a:rPr lang="en-US" b="0" i="0" dirty="0"/>
            <a:t>Exploratory Research</a:t>
          </a:r>
          <a:endParaRPr lang="en-US" dirty="0"/>
        </a:p>
      </dgm:t>
    </dgm:pt>
    <dgm:pt modelId="{B51C82D7-602F-4913-BA7D-5B3375912134}" type="parTrans" cxnId="{5517749E-B32B-4B77-A8CB-9ED07C981E40}">
      <dgm:prSet/>
      <dgm:spPr/>
      <dgm:t>
        <a:bodyPr/>
        <a:lstStyle/>
        <a:p>
          <a:endParaRPr lang="en-US"/>
        </a:p>
      </dgm:t>
    </dgm:pt>
    <dgm:pt modelId="{3C6E5076-3729-4686-AF0D-7C2337F0B42F}" type="sibTrans" cxnId="{5517749E-B32B-4B77-A8CB-9ED07C981E40}">
      <dgm:prSet/>
      <dgm:spPr/>
      <dgm:t>
        <a:bodyPr/>
        <a:lstStyle/>
        <a:p>
          <a:endParaRPr lang="en-US"/>
        </a:p>
      </dgm:t>
    </dgm:pt>
    <dgm:pt modelId="{4B511290-5B0D-4BC6-A692-9828B6A21DC7}">
      <dgm:prSet/>
      <dgm:spPr/>
      <dgm:t>
        <a:bodyPr/>
        <a:lstStyle/>
        <a:p>
          <a:pPr>
            <a:buFont typeface="Arial" panose="020B0604020202020204" pitchFamily="34" charset="0"/>
            <a:buChar char="•"/>
          </a:pPr>
          <a:r>
            <a:rPr lang="en-US" b="0" i="0" dirty="0"/>
            <a:t>Cross-sectional Research</a:t>
          </a:r>
          <a:endParaRPr lang="en-US" dirty="0"/>
        </a:p>
      </dgm:t>
    </dgm:pt>
    <dgm:pt modelId="{262DB13B-D89B-482B-A3BE-730170DD9B20}" type="parTrans" cxnId="{E3609BF3-9E3A-4FA9-A7C5-A81323C46E39}">
      <dgm:prSet/>
      <dgm:spPr/>
      <dgm:t>
        <a:bodyPr/>
        <a:lstStyle/>
        <a:p>
          <a:endParaRPr lang="en-US"/>
        </a:p>
      </dgm:t>
    </dgm:pt>
    <dgm:pt modelId="{A4B76764-AA3E-438B-80DE-7CCB16B090CB}" type="sibTrans" cxnId="{E3609BF3-9E3A-4FA9-A7C5-A81323C46E39}">
      <dgm:prSet/>
      <dgm:spPr/>
      <dgm:t>
        <a:bodyPr/>
        <a:lstStyle/>
        <a:p>
          <a:endParaRPr lang="en-US"/>
        </a:p>
      </dgm:t>
    </dgm:pt>
    <dgm:pt modelId="{D0B6834E-C2A0-46C0-9A1C-4BEFB317F64F}">
      <dgm:prSet/>
      <dgm:spPr/>
      <dgm:t>
        <a:bodyPr/>
        <a:lstStyle/>
        <a:p>
          <a:pPr>
            <a:buFont typeface="Arial" panose="020B0604020202020204" pitchFamily="34" charset="0"/>
            <a:buChar char="•"/>
          </a:pPr>
          <a:r>
            <a:rPr lang="en-US" b="0" i="0" dirty="0"/>
            <a:t>Longitudinal Research</a:t>
          </a:r>
          <a:endParaRPr lang="en-US" dirty="0"/>
        </a:p>
      </dgm:t>
    </dgm:pt>
    <dgm:pt modelId="{95B4685E-1289-4C05-BB9C-CFD877AF3BEE}" type="parTrans" cxnId="{8F941BFA-625D-4EEA-B3D7-94B8BED0F997}">
      <dgm:prSet/>
      <dgm:spPr/>
      <dgm:t>
        <a:bodyPr/>
        <a:lstStyle/>
        <a:p>
          <a:endParaRPr lang="en-US"/>
        </a:p>
      </dgm:t>
    </dgm:pt>
    <dgm:pt modelId="{27A70D25-CE66-4A09-98C7-DB9AFA41970B}" type="sibTrans" cxnId="{8F941BFA-625D-4EEA-B3D7-94B8BED0F997}">
      <dgm:prSet/>
      <dgm:spPr/>
      <dgm:t>
        <a:bodyPr/>
        <a:lstStyle/>
        <a:p>
          <a:endParaRPr lang="en-US"/>
        </a:p>
      </dgm:t>
    </dgm:pt>
    <dgm:pt modelId="{989BE455-49D4-45EB-96D4-B17D6E2B7DBE}" type="pres">
      <dgm:prSet presAssocID="{ABB9FA9E-7223-4E91-94CA-19684DC5DA87}" presName="hierChild1" presStyleCnt="0">
        <dgm:presLayoutVars>
          <dgm:orgChart val="1"/>
          <dgm:chPref val="1"/>
          <dgm:dir/>
          <dgm:animOne val="branch"/>
          <dgm:animLvl val="lvl"/>
          <dgm:resizeHandles/>
        </dgm:presLayoutVars>
      </dgm:prSet>
      <dgm:spPr/>
    </dgm:pt>
    <dgm:pt modelId="{352F962B-283D-48C2-866E-863ACA9FF2C5}" type="pres">
      <dgm:prSet presAssocID="{EDB650A6-9EEB-4ABF-858E-85ECF5A8EC66}" presName="hierRoot1" presStyleCnt="0">
        <dgm:presLayoutVars>
          <dgm:hierBranch val="init"/>
        </dgm:presLayoutVars>
      </dgm:prSet>
      <dgm:spPr/>
    </dgm:pt>
    <dgm:pt modelId="{56C9C025-8550-4089-8FA7-225262F7A1D1}" type="pres">
      <dgm:prSet presAssocID="{EDB650A6-9EEB-4ABF-858E-85ECF5A8EC66}" presName="rootComposite1" presStyleCnt="0"/>
      <dgm:spPr/>
    </dgm:pt>
    <dgm:pt modelId="{B5D6C10E-D3C7-4ACA-AD38-ECECBDF5BFA5}" type="pres">
      <dgm:prSet presAssocID="{EDB650A6-9EEB-4ABF-858E-85ECF5A8EC66}" presName="rootText1" presStyleLbl="node0" presStyleIdx="0" presStyleCnt="1" custScaleX="116411" custLinFactNeighborX="40674" custLinFactNeighborY="5026">
        <dgm:presLayoutVars>
          <dgm:chPref val="3"/>
        </dgm:presLayoutVars>
      </dgm:prSet>
      <dgm:spPr/>
    </dgm:pt>
    <dgm:pt modelId="{C34881AE-264F-4547-9AD4-F6806E99CF21}" type="pres">
      <dgm:prSet presAssocID="{EDB650A6-9EEB-4ABF-858E-85ECF5A8EC66}" presName="rootConnector1" presStyleLbl="node1" presStyleIdx="0" presStyleCnt="0"/>
      <dgm:spPr/>
    </dgm:pt>
    <dgm:pt modelId="{64CCE1C4-F99A-40BE-8CAC-447A5D042560}" type="pres">
      <dgm:prSet presAssocID="{EDB650A6-9EEB-4ABF-858E-85ECF5A8EC66}" presName="hierChild2" presStyleCnt="0"/>
      <dgm:spPr/>
    </dgm:pt>
    <dgm:pt modelId="{B168BD1F-200A-41E4-A58E-7895941552A4}" type="pres">
      <dgm:prSet presAssocID="{A618C350-7038-42BA-B76A-21D9CFC071AD}" presName="Name37" presStyleLbl="parChTrans1D2" presStyleIdx="0" presStyleCnt="4"/>
      <dgm:spPr/>
    </dgm:pt>
    <dgm:pt modelId="{B87E662E-8D67-4F36-9D8A-A1B7F47E4C05}" type="pres">
      <dgm:prSet presAssocID="{1D4BD9D9-A520-4EC0-AF75-B853B72235CA}" presName="hierRoot2" presStyleCnt="0">
        <dgm:presLayoutVars>
          <dgm:hierBranch val="init"/>
        </dgm:presLayoutVars>
      </dgm:prSet>
      <dgm:spPr/>
    </dgm:pt>
    <dgm:pt modelId="{E4FA9EBB-F4CF-4BC1-9786-18421224EBC3}" type="pres">
      <dgm:prSet presAssocID="{1D4BD9D9-A520-4EC0-AF75-B853B72235CA}" presName="rootComposite" presStyleCnt="0"/>
      <dgm:spPr/>
    </dgm:pt>
    <dgm:pt modelId="{961656AC-E94B-476B-A738-B1BF2B6DB598}" type="pres">
      <dgm:prSet presAssocID="{1D4BD9D9-A520-4EC0-AF75-B853B72235CA}" presName="rootText" presStyleLbl="node2" presStyleIdx="0" presStyleCnt="4">
        <dgm:presLayoutVars>
          <dgm:chPref val="3"/>
        </dgm:presLayoutVars>
      </dgm:prSet>
      <dgm:spPr/>
    </dgm:pt>
    <dgm:pt modelId="{C35D644C-F7DD-41B8-BD7B-7D9E423DEB02}" type="pres">
      <dgm:prSet presAssocID="{1D4BD9D9-A520-4EC0-AF75-B853B72235CA}" presName="rootConnector" presStyleLbl="node2" presStyleIdx="0" presStyleCnt="4"/>
      <dgm:spPr/>
    </dgm:pt>
    <dgm:pt modelId="{8F244F1B-3ABB-4A10-AD88-CD49B4ED8A6D}" type="pres">
      <dgm:prSet presAssocID="{1D4BD9D9-A520-4EC0-AF75-B853B72235CA}" presName="hierChild4" presStyleCnt="0"/>
      <dgm:spPr/>
    </dgm:pt>
    <dgm:pt modelId="{08CEFEE0-4BCD-4EFD-8A97-BAADB8E6AA8F}" type="pres">
      <dgm:prSet presAssocID="{45AFD10D-44DE-4AC8-85D8-62E9C69F4526}" presName="Name37" presStyleLbl="parChTrans1D3" presStyleIdx="0" presStyleCnt="11"/>
      <dgm:spPr/>
    </dgm:pt>
    <dgm:pt modelId="{0A370157-E731-45A0-8B3B-5CDEA2DD6EE6}" type="pres">
      <dgm:prSet presAssocID="{6B1F3F7B-C834-4441-8902-74A63D8776CB}" presName="hierRoot2" presStyleCnt="0">
        <dgm:presLayoutVars>
          <dgm:hierBranch val="init"/>
        </dgm:presLayoutVars>
      </dgm:prSet>
      <dgm:spPr/>
    </dgm:pt>
    <dgm:pt modelId="{8149B7D8-3C65-4AD7-BDD9-2B296CD46065}" type="pres">
      <dgm:prSet presAssocID="{6B1F3F7B-C834-4441-8902-74A63D8776CB}" presName="rootComposite" presStyleCnt="0"/>
      <dgm:spPr/>
    </dgm:pt>
    <dgm:pt modelId="{AE5D8674-4FED-41A5-87F3-B8AABBAFB49C}" type="pres">
      <dgm:prSet presAssocID="{6B1F3F7B-C834-4441-8902-74A63D8776CB}" presName="rootText" presStyleLbl="node3" presStyleIdx="0" presStyleCnt="11" custScaleX="248511">
        <dgm:presLayoutVars>
          <dgm:chPref val="3"/>
        </dgm:presLayoutVars>
      </dgm:prSet>
      <dgm:spPr/>
    </dgm:pt>
    <dgm:pt modelId="{5F2D51C2-E718-40AA-83F3-B5FC1EB54A92}" type="pres">
      <dgm:prSet presAssocID="{6B1F3F7B-C834-4441-8902-74A63D8776CB}" presName="rootConnector" presStyleLbl="node3" presStyleIdx="0" presStyleCnt="11"/>
      <dgm:spPr/>
    </dgm:pt>
    <dgm:pt modelId="{70106394-C6ED-40E7-993B-2B72FFBA05AB}" type="pres">
      <dgm:prSet presAssocID="{6B1F3F7B-C834-4441-8902-74A63D8776CB}" presName="hierChild4" presStyleCnt="0"/>
      <dgm:spPr/>
    </dgm:pt>
    <dgm:pt modelId="{8807F606-9011-4145-80C3-9CC5B2BEEE0D}" type="pres">
      <dgm:prSet presAssocID="{6B1F3F7B-C834-4441-8902-74A63D8776CB}" presName="hierChild5" presStyleCnt="0"/>
      <dgm:spPr/>
    </dgm:pt>
    <dgm:pt modelId="{AC3CEE90-D709-46A2-9F4D-970522E2E68E}" type="pres">
      <dgm:prSet presAssocID="{FE87FAEB-99F3-457C-AE4A-1E8B8F4D5A74}" presName="Name37" presStyleLbl="parChTrans1D3" presStyleIdx="1" presStyleCnt="11"/>
      <dgm:spPr/>
    </dgm:pt>
    <dgm:pt modelId="{37A775DA-C9E0-4CEB-B8AD-BE7E69C5DABF}" type="pres">
      <dgm:prSet presAssocID="{C9E0962C-E811-4BB4-B7B7-CF0619DB46B7}" presName="hierRoot2" presStyleCnt="0">
        <dgm:presLayoutVars>
          <dgm:hierBranch val="init"/>
        </dgm:presLayoutVars>
      </dgm:prSet>
      <dgm:spPr/>
    </dgm:pt>
    <dgm:pt modelId="{91A8C22A-F1D8-4E4D-BE49-27427F138A90}" type="pres">
      <dgm:prSet presAssocID="{C9E0962C-E811-4BB4-B7B7-CF0619DB46B7}" presName="rootComposite" presStyleCnt="0"/>
      <dgm:spPr/>
    </dgm:pt>
    <dgm:pt modelId="{D7DA458D-7210-4318-B0BA-992B1AEA9FDE}" type="pres">
      <dgm:prSet presAssocID="{C9E0962C-E811-4BB4-B7B7-CF0619DB46B7}" presName="rootText" presStyleLbl="node3" presStyleIdx="1" presStyleCnt="11" custScaleX="248511">
        <dgm:presLayoutVars>
          <dgm:chPref val="3"/>
        </dgm:presLayoutVars>
      </dgm:prSet>
      <dgm:spPr/>
    </dgm:pt>
    <dgm:pt modelId="{0420B67E-89EC-4C3D-9B65-62D9B9504AEB}" type="pres">
      <dgm:prSet presAssocID="{C9E0962C-E811-4BB4-B7B7-CF0619DB46B7}" presName="rootConnector" presStyleLbl="node3" presStyleIdx="1" presStyleCnt="11"/>
      <dgm:spPr/>
    </dgm:pt>
    <dgm:pt modelId="{307D7D10-55D1-4506-BB24-EFA91EDED6EC}" type="pres">
      <dgm:prSet presAssocID="{C9E0962C-E811-4BB4-B7B7-CF0619DB46B7}" presName="hierChild4" presStyleCnt="0"/>
      <dgm:spPr/>
    </dgm:pt>
    <dgm:pt modelId="{A3F51E33-8655-4DC2-BB74-80FDF350022C}" type="pres">
      <dgm:prSet presAssocID="{C9E0962C-E811-4BB4-B7B7-CF0619DB46B7}" presName="hierChild5" presStyleCnt="0"/>
      <dgm:spPr/>
    </dgm:pt>
    <dgm:pt modelId="{AD033491-8486-4B6E-B339-915205A76437}" type="pres">
      <dgm:prSet presAssocID="{1D4BD9D9-A520-4EC0-AF75-B853B72235CA}" presName="hierChild5" presStyleCnt="0"/>
      <dgm:spPr/>
    </dgm:pt>
    <dgm:pt modelId="{4A5F47B6-9E8B-4DF5-87DE-61E42A3C6467}" type="pres">
      <dgm:prSet presAssocID="{11B7E280-238E-4709-BD39-3FECD9C1A7B4}" presName="Name37" presStyleLbl="parChTrans1D2" presStyleIdx="1" presStyleCnt="4"/>
      <dgm:spPr/>
    </dgm:pt>
    <dgm:pt modelId="{1BA05C13-690C-4B7A-A506-7E68686F82A6}" type="pres">
      <dgm:prSet presAssocID="{F5F1F0A0-6C5D-4869-9D09-6D7A91FD533A}" presName="hierRoot2" presStyleCnt="0">
        <dgm:presLayoutVars>
          <dgm:hierBranch val="init"/>
        </dgm:presLayoutVars>
      </dgm:prSet>
      <dgm:spPr/>
    </dgm:pt>
    <dgm:pt modelId="{EDF187BD-E3EC-48E1-B6F6-734CDF10424E}" type="pres">
      <dgm:prSet presAssocID="{F5F1F0A0-6C5D-4869-9D09-6D7A91FD533A}" presName="rootComposite" presStyleCnt="0"/>
      <dgm:spPr/>
    </dgm:pt>
    <dgm:pt modelId="{C816F867-1FAE-437B-996B-3A22B60AB865}" type="pres">
      <dgm:prSet presAssocID="{F5F1F0A0-6C5D-4869-9D09-6D7A91FD533A}" presName="rootText" presStyleLbl="node2" presStyleIdx="1" presStyleCnt="4" custScaleX="173923" custLinFactNeighborX="10772" custLinFactNeighborY="4318">
        <dgm:presLayoutVars>
          <dgm:chPref val="3"/>
        </dgm:presLayoutVars>
      </dgm:prSet>
      <dgm:spPr/>
    </dgm:pt>
    <dgm:pt modelId="{89743693-7FA6-41E5-8A6F-728A7DE85D84}" type="pres">
      <dgm:prSet presAssocID="{F5F1F0A0-6C5D-4869-9D09-6D7A91FD533A}" presName="rootConnector" presStyleLbl="node2" presStyleIdx="1" presStyleCnt="4"/>
      <dgm:spPr/>
    </dgm:pt>
    <dgm:pt modelId="{480ED0DB-0EEC-4C26-816B-699357954F16}" type="pres">
      <dgm:prSet presAssocID="{F5F1F0A0-6C5D-4869-9D09-6D7A91FD533A}" presName="hierChild4" presStyleCnt="0"/>
      <dgm:spPr/>
    </dgm:pt>
    <dgm:pt modelId="{F7AE9C39-71C8-4674-B992-CDAD80EADB4D}" type="pres">
      <dgm:prSet presAssocID="{A8CB1A5A-95DB-4854-B315-6B673B6CF43D}" presName="Name37" presStyleLbl="parChTrans1D3" presStyleIdx="2" presStyleCnt="11"/>
      <dgm:spPr/>
    </dgm:pt>
    <dgm:pt modelId="{813D675C-6997-4030-B083-8C9180437760}" type="pres">
      <dgm:prSet presAssocID="{51F4077C-3C73-431C-833D-3E777C348C7E}" presName="hierRoot2" presStyleCnt="0">
        <dgm:presLayoutVars>
          <dgm:hierBranch val="init"/>
        </dgm:presLayoutVars>
      </dgm:prSet>
      <dgm:spPr/>
    </dgm:pt>
    <dgm:pt modelId="{F68BAC02-3175-46BB-9E47-575918B9C01E}" type="pres">
      <dgm:prSet presAssocID="{51F4077C-3C73-431C-833D-3E777C348C7E}" presName="rootComposite" presStyleCnt="0"/>
      <dgm:spPr/>
    </dgm:pt>
    <dgm:pt modelId="{8FB56402-AAAF-481D-9EB1-A4D99A20A591}" type="pres">
      <dgm:prSet presAssocID="{51F4077C-3C73-431C-833D-3E777C348C7E}" presName="rootText" presStyleLbl="node3" presStyleIdx="2" presStyleCnt="11" custScaleX="248511">
        <dgm:presLayoutVars>
          <dgm:chPref val="3"/>
        </dgm:presLayoutVars>
      </dgm:prSet>
      <dgm:spPr/>
    </dgm:pt>
    <dgm:pt modelId="{8DC6B7A0-A750-40A9-8474-DBCB4D8783AF}" type="pres">
      <dgm:prSet presAssocID="{51F4077C-3C73-431C-833D-3E777C348C7E}" presName="rootConnector" presStyleLbl="node3" presStyleIdx="2" presStyleCnt="11"/>
      <dgm:spPr/>
    </dgm:pt>
    <dgm:pt modelId="{EFAFCE26-8942-457D-BE04-647CCEE4C728}" type="pres">
      <dgm:prSet presAssocID="{51F4077C-3C73-431C-833D-3E777C348C7E}" presName="hierChild4" presStyleCnt="0"/>
      <dgm:spPr/>
    </dgm:pt>
    <dgm:pt modelId="{BD019509-3F60-4989-8E64-A5C88500F97E}" type="pres">
      <dgm:prSet presAssocID="{51F4077C-3C73-431C-833D-3E777C348C7E}" presName="hierChild5" presStyleCnt="0"/>
      <dgm:spPr/>
    </dgm:pt>
    <dgm:pt modelId="{E118ABEA-6944-4C55-9669-DC48C6368058}" type="pres">
      <dgm:prSet presAssocID="{8C50E857-F9DA-4E93-A99A-11F0F17B1944}" presName="Name37" presStyleLbl="parChTrans1D3" presStyleIdx="3" presStyleCnt="11"/>
      <dgm:spPr/>
    </dgm:pt>
    <dgm:pt modelId="{51AD056D-F62C-41A4-9A18-F5E8D44A9DCD}" type="pres">
      <dgm:prSet presAssocID="{A3899452-89A9-402F-91E8-B45C9901E902}" presName="hierRoot2" presStyleCnt="0">
        <dgm:presLayoutVars>
          <dgm:hierBranch val="init"/>
        </dgm:presLayoutVars>
      </dgm:prSet>
      <dgm:spPr/>
    </dgm:pt>
    <dgm:pt modelId="{C82A99B6-FFCF-4A8C-BFA9-299161AF5714}" type="pres">
      <dgm:prSet presAssocID="{A3899452-89A9-402F-91E8-B45C9901E902}" presName="rootComposite" presStyleCnt="0"/>
      <dgm:spPr/>
    </dgm:pt>
    <dgm:pt modelId="{4FD3DEA4-6B0C-4A7D-A524-6D651B568B75}" type="pres">
      <dgm:prSet presAssocID="{A3899452-89A9-402F-91E8-B45C9901E902}" presName="rootText" presStyleLbl="node3" presStyleIdx="3" presStyleCnt="11" custScaleX="248511">
        <dgm:presLayoutVars>
          <dgm:chPref val="3"/>
        </dgm:presLayoutVars>
      </dgm:prSet>
      <dgm:spPr/>
    </dgm:pt>
    <dgm:pt modelId="{C81FD139-60A2-4EE6-94CC-D7696D3194B8}" type="pres">
      <dgm:prSet presAssocID="{A3899452-89A9-402F-91E8-B45C9901E902}" presName="rootConnector" presStyleLbl="node3" presStyleIdx="3" presStyleCnt="11"/>
      <dgm:spPr/>
    </dgm:pt>
    <dgm:pt modelId="{EAF11133-0D89-4BBC-86A4-25139F5A0FBF}" type="pres">
      <dgm:prSet presAssocID="{A3899452-89A9-402F-91E8-B45C9901E902}" presName="hierChild4" presStyleCnt="0"/>
      <dgm:spPr/>
    </dgm:pt>
    <dgm:pt modelId="{FFAA9F0F-00BA-4B35-8406-384111ECF481}" type="pres">
      <dgm:prSet presAssocID="{A3899452-89A9-402F-91E8-B45C9901E902}" presName="hierChild5" presStyleCnt="0"/>
      <dgm:spPr/>
    </dgm:pt>
    <dgm:pt modelId="{9487478C-D7F5-4FA8-89A0-F2927A12642A}" type="pres">
      <dgm:prSet presAssocID="{F5F1F0A0-6C5D-4869-9D09-6D7A91FD533A}" presName="hierChild5" presStyleCnt="0"/>
      <dgm:spPr/>
    </dgm:pt>
    <dgm:pt modelId="{9E5A5402-D2DF-43F7-A9D0-FBF12CD692EF}" type="pres">
      <dgm:prSet presAssocID="{DDB0D89F-0BF0-44B8-8728-64ECE86AF274}" presName="Name37" presStyleLbl="parChTrans1D2" presStyleIdx="2" presStyleCnt="4"/>
      <dgm:spPr/>
    </dgm:pt>
    <dgm:pt modelId="{4221E0A3-A8C2-46A5-BD13-7B4B51C75867}" type="pres">
      <dgm:prSet presAssocID="{4CDCEDC5-CB45-4A15-8A97-ACC38DD6288E}" presName="hierRoot2" presStyleCnt="0">
        <dgm:presLayoutVars>
          <dgm:hierBranch val="init"/>
        </dgm:presLayoutVars>
      </dgm:prSet>
      <dgm:spPr/>
    </dgm:pt>
    <dgm:pt modelId="{0DD8E531-58C5-431E-A31A-2C81E63514C5}" type="pres">
      <dgm:prSet presAssocID="{4CDCEDC5-CB45-4A15-8A97-ACC38DD6288E}" presName="rootComposite" presStyleCnt="0"/>
      <dgm:spPr/>
    </dgm:pt>
    <dgm:pt modelId="{5ACFAA57-D6D6-40CE-AC22-5836CA2D2E47}" type="pres">
      <dgm:prSet presAssocID="{4CDCEDC5-CB45-4A15-8A97-ACC38DD6288E}" presName="rootText" presStyleLbl="node2" presStyleIdx="2" presStyleCnt="4" custScaleX="166400" custLinFactNeighborX="15236" custLinFactNeighborY="4318">
        <dgm:presLayoutVars>
          <dgm:chPref val="3"/>
        </dgm:presLayoutVars>
      </dgm:prSet>
      <dgm:spPr/>
    </dgm:pt>
    <dgm:pt modelId="{7FB5D496-2C59-4D06-ADFA-AA8ABDB242F3}" type="pres">
      <dgm:prSet presAssocID="{4CDCEDC5-CB45-4A15-8A97-ACC38DD6288E}" presName="rootConnector" presStyleLbl="node2" presStyleIdx="2" presStyleCnt="4"/>
      <dgm:spPr/>
    </dgm:pt>
    <dgm:pt modelId="{6C04A21C-0C5E-4867-9AC7-BF272A51E510}" type="pres">
      <dgm:prSet presAssocID="{4CDCEDC5-CB45-4A15-8A97-ACC38DD6288E}" presName="hierChild4" presStyleCnt="0"/>
      <dgm:spPr/>
    </dgm:pt>
    <dgm:pt modelId="{25E00841-B2EA-4EEC-82EA-00A4D2C39F6B}" type="pres">
      <dgm:prSet presAssocID="{C1EFCEA2-8EC7-451E-8D04-478E993B18D2}" presName="Name37" presStyleLbl="parChTrans1D3" presStyleIdx="4" presStyleCnt="11"/>
      <dgm:spPr/>
    </dgm:pt>
    <dgm:pt modelId="{E583DE14-25B3-47AD-B0E3-8EA14B4A9304}" type="pres">
      <dgm:prSet presAssocID="{B7899E0B-1332-4134-8FE3-5596413F3A8B}" presName="hierRoot2" presStyleCnt="0">
        <dgm:presLayoutVars>
          <dgm:hierBranch val="init"/>
        </dgm:presLayoutVars>
      </dgm:prSet>
      <dgm:spPr/>
    </dgm:pt>
    <dgm:pt modelId="{7EA7F919-239F-424E-8E7C-5FD33579F5FC}" type="pres">
      <dgm:prSet presAssocID="{B7899E0B-1332-4134-8FE3-5596413F3A8B}" presName="rootComposite" presStyleCnt="0"/>
      <dgm:spPr/>
    </dgm:pt>
    <dgm:pt modelId="{26F2C5FC-DCE3-4D34-8D0E-71F1A44F131E}" type="pres">
      <dgm:prSet presAssocID="{B7899E0B-1332-4134-8FE3-5596413F3A8B}" presName="rootText" presStyleLbl="node3" presStyleIdx="4" presStyleCnt="11" custScaleX="248511">
        <dgm:presLayoutVars>
          <dgm:chPref val="3"/>
        </dgm:presLayoutVars>
      </dgm:prSet>
      <dgm:spPr/>
    </dgm:pt>
    <dgm:pt modelId="{4DAFE3CB-515C-40BD-965F-E5C1F8250EAF}" type="pres">
      <dgm:prSet presAssocID="{B7899E0B-1332-4134-8FE3-5596413F3A8B}" presName="rootConnector" presStyleLbl="node3" presStyleIdx="4" presStyleCnt="11"/>
      <dgm:spPr/>
    </dgm:pt>
    <dgm:pt modelId="{E494199D-FE51-407B-80F4-363EC16825EA}" type="pres">
      <dgm:prSet presAssocID="{B7899E0B-1332-4134-8FE3-5596413F3A8B}" presName="hierChild4" presStyleCnt="0"/>
      <dgm:spPr/>
    </dgm:pt>
    <dgm:pt modelId="{9C40AB62-F461-4F59-9D58-1A480E32CE3B}" type="pres">
      <dgm:prSet presAssocID="{B7899E0B-1332-4134-8FE3-5596413F3A8B}" presName="hierChild5" presStyleCnt="0"/>
      <dgm:spPr/>
    </dgm:pt>
    <dgm:pt modelId="{ED219EC8-F536-437A-8607-CCA5D6449E40}" type="pres">
      <dgm:prSet presAssocID="{48DD1DED-64B1-4796-ADB7-4A804A23353D}" presName="Name37" presStyleLbl="parChTrans1D3" presStyleIdx="5" presStyleCnt="11"/>
      <dgm:spPr/>
    </dgm:pt>
    <dgm:pt modelId="{498BB537-167C-49F8-A834-491C2963A2C7}" type="pres">
      <dgm:prSet presAssocID="{45161D2C-8130-4A26-BA6A-59A2E031E1EE}" presName="hierRoot2" presStyleCnt="0">
        <dgm:presLayoutVars>
          <dgm:hierBranch val="init"/>
        </dgm:presLayoutVars>
      </dgm:prSet>
      <dgm:spPr/>
    </dgm:pt>
    <dgm:pt modelId="{50F2ED38-E6DA-409D-885A-C0F4C8918D52}" type="pres">
      <dgm:prSet presAssocID="{45161D2C-8130-4A26-BA6A-59A2E031E1EE}" presName="rootComposite" presStyleCnt="0"/>
      <dgm:spPr/>
    </dgm:pt>
    <dgm:pt modelId="{CD26A819-A921-406B-9C21-AC97913D480F}" type="pres">
      <dgm:prSet presAssocID="{45161D2C-8130-4A26-BA6A-59A2E031E1EE}" presName="rootText" presStyleLbl="node3" presStyleIdx="5" presStyleCnt="11" custScaleX="248511">
        <dgm:presLayoutVars>
          <dgm:chPref val="3"/>
        </dgm:presLayoutVars>
      </dgm:prSet>
      <dgm:spPr/>
    </dgm:pt>
    <dgm:pt modelId="{E240F31E-66B4-4CA7-8251-81CE0CE569A7}" type="pres">
      <dgm:prSet presAssocID="{45161D2C-8130-4A26-BA6A-59A2E031E1EE}" presName="rootConnector" presStyleLbl="node3" presStyleIdx="5" presStyleCnt="11"/>
      <dgm:spPr/>
    </dgm:pt>
    <dgm:pt modelId="{4D06A802-FBE0-479F-850A-50A86197CF98}" type="pres">
      <dgm:prSet presAssocID="{45161D2C-8130-4A26-BA6A-59A2E031E1EE}" presName="hierChild4" presStyleCnt="0"/>
      <dgm:spPr/>
    </dgm:pt>
    <dgm:pt modelId="{6C2EF440-FE07-4AE8-979F-FE418C7DC54F}" type="pres">
      <dgm:prSet presAssocID="{45161D2C-8130-4A26-BA6A-59A2E031E1EE}" presName="hierChild5" presStyleCnt="0"/>
      <dgm:spPr/>
    </dgm:pt>
    <dgm:pt modelId="{3209A578-0CC0-4E81-8E2B-CDBD5EED0158}" type="pres">
      <dgm:prSet presAssocID="{37CE2DE8-2591-4577-9AFB-A4FC4FD4FA6D}" presName="Name37" presStyleLbl="parChTrans1D3" presStyleIdx="6" presStyleCnt="11"/>
      <dgm:spPr/>
    </dgm:pt>
    <dgm:pt modelId="{7B293EB4-043F-4604-839B-79023EBA6679}" type="pres">
      <dgm:prSet presAssocID="{3530C597-ACD3-4748-AA08-1C0D1028485D}" presName="hierRoot2" presStyleCnt="0">
        <dgm:presLayoutVars>
          <dgm:hierBranch val="init"/>
        </dgm:presLayoutVars>
      </dgm:prSet>
      <dgm:spPr/>
    </dgm:pt>
    <dgm:pt modelId="{369D8E38-B7D9-4BE3-82D5-26F4D5129402}" type="pres">
      <dgm:prSet presAssocID="{3530C597-ACD3-4748-AA08-1C0D1028485D}" presName="rootComposite" presStyleCnt="0"/>
      <dgm:spPr/>
    </dgm:pt>
    <dgm:pt modelId="{4F456886-2EDA-4D49-966A-0298D5367D94}" type="pres">
      <dgm:prSet presAssocID="{3530C597-ACD3-4748-AA08-1C0D1028485D}" presName="rootText" presStyleLbl="node3" presStyleIdx="6" presStyleCnt="11" custScaleX="248511">
        <dgm:presLayoutVars>
          <dgm:chPref val="3"/>
        </dgm:presLayoutVars>
      </dgm:prSet>
      <dgm:spPr/>
    </dgm:pt>
    <dgm:pt modelId="{496F2291-3D8A-46C7-B2B6-F0DB3BB95A01}" type="pres">
      <dgm:prSet presAssocID="{3530C597-ACD3-4748-AA08-1C0D1028485D}" presName="rootConnector" presStyleLbl="node3" presStyleIdx="6" presStyleCnt="11"/>
      <dgm:spPr/>
    </dgm:pt>
    <dgm:pt modelId="{91BC2AA5-C62D-400D-B0BF-CD5FA73B8C1E}" type="pres">
      <dgm:prSet presAssocID="{3530C597-ACD3-4748-AA08-1C0D1028485D}" presName="hierChild4" presStyleCnt="0"/>
      <dgm:spPr/>
    </dgm:pt>
    <dgm:pt modelId="{90161DE9-23E1-422C-AF58-1EBC7109E614}" type="pres">
      <dgm:prSet presAssocID="{3530C597-ACD3-4748-AA08-1C0D1028485D}" presName="hierChild5" presStyleCnt="0"/>
      <dgm:spPr/>
    </dgm:pt>
    <dgm:pt modelId="{D1B7DCDC-F77F-4587-9ABC-97C2E314472F}" type="pres">
      <dgm:prSet presAssocID="{B68A38A6-895B-40CE-A418-07BBAB01660E}" presName="Name37" presStyleLbl="parChTrans1D3" presStyleIdx="7" presStyleCnt="11"/>
      <dgm:spPr/>
    </dgm:pt>
    <dgm:pt modelId="{B9F62B8D-C23F-4E1E-A7B3-4D12256A4CA2}" type="pres">
      <dgm:prSet presAssocID="{DE60C09E-A5E4-4C3D-AC7A-556C00E1B564}" presName="hierRoot2" presStyleCnt="0">
        <dgm:presLayoutVars>
          <dgm:hierBranch val="init"/>
        </dgm:presLayoutVars>
      </dgm:prSet>
      <dgm:spPr/>
    </dgm:pt>
    <dgm:pt modelId="{E57AF822-BD9F-4825-93C4-AC40BE1796AA}" type="pres">
      <dgm:prSet presAssocID="{DE60C09E-A5E4-4C3D-AC7A-556C00E1B564}" presName="rootComposite" presStyleCnt="0"/>
      <dgm:spPr/>
    </dgm:pt>
    <dgm:pt modelId="{246BBA95-0D52-480C-A7AE-F295DC2B5F77}" type="pres">
      <dgm:prSet presAssocID="{DE60C09E-A5E4-4C3D-AC7A-556C00E1B564}" presName="rootText" presStyleLbl="node3" presStyleIdx="7" presStyleCnt="11" custScaleX="248511">
        <dgm:presLayoutVars>
          <dgm:chPref val="3"/>
        </dgm:presLayoutVars>
      </dgm:prSet>
      <dgm:spPr/>
    </dgm:pt>
    <dgm:pt modelId="{9564CEC1-793C-43A8-918F-67872C64A975}" type="pres">
      <dgm:prSet presAssocID="{DE60C09E-A5E4-4C3D-AC7A-556C00E1B564}" presName="rootConnector" presStyleLbl="node3" presStyleIdx="7" presStyleCnt="11"/>
      <dgm:spPr/>
    </dgm:pt>
    <dgm:pt modelId="{851735BD-E1BA-453B-82AC-07218993BC12}" type="pres">
      <dgm:prSet presAssocID="{DE60C09E-A5E4-4C3D-AC7A-556C00E1B564}" presName="hierChild4" presStyleCnt="0"/>
      <dgm:spPr/>
    </dgm:pt>
    <dgm:pt modelId="{EBCC6475-3E0A-45A4-A760-57F85F84CF0F}" type="pres">
      <dgm:prSet presAssocID="{DE60C09E-A5E4-4C3D-AC7A-556C00E1B564}" presName="hierChild5" presStyleCnt="0"/>
      <dgm:spPr/>
    </dgm:pt>
    <dgm:pt modelId="{5C113471-29E4-4D73-9CEB-A926905F25B1}" type="pres">
      <dgm:prSet presAssocID="{B51C82D7-602F-4913-BA7D-5B3375912134}" presName="Name37" presStyleLbl="parChTrans1D3" presStyleIdx="8" presStyleCnt="11"/>
      <dgm:spPr/>
    </dgm:pt>
    <dgm:pt modelId="{EA0C5610-C372-4B8B-A837-7A9D11A24A66}" type="pres">
      <dgm:prSet presAssocID="{D00EA004-C342-4E48-ABDE-ED1EF4532A84}" presName="hierRoot2" presStyleCnt="0">
        <dgm:presLayoutVars>
          <dgm:hierBranch val="init"/>
        </dgm:presLayoutVars>
      </dgm:prSet>
      <dgm:spPr/>
    </dgm:pt>
    <dgm:pt modelId="{DD06D88C-B5FA-42C1-98F0-2004D5E2F96C}" type="pres">
      <dgm:prSet presAssocID="{D00EA004-C342-4E48-ABDE-ED1EF4532A84}" presName="rootComposite" presStyleCnt="0"/>
      <dgm:spPr/>
    </dgm:pt>
    <dgm:pt modelId="{2F966C1F-32E2-459E-AE66-0DD69B6FB761}" type="pres">
      <dgm:prSet presAssocID="{D00EA004-C342-4E48-ABDE-ED1EF4532A84}" presName="rootText" presStyleLbl="node3" presStyleIdx="8" presStyleCnt="11" custScaleX="248511">
        <dgm:presLayoutVars>
          <dgm:chPref val="3"/>
        </dgm:presLayoutVars>
      </dgm:prSet>
      <dgm:spPr/>
    </dgm:pt>
    <dgm:pt modelId="{E4905E42-AD1D-40C3-98D2-01921D3B9B54}" type="pres">
      <dgm:prSet presAssocID="{D00EA004-C342-4E48-ABDE-ED1EF4532A84}" presName="rootConnector" presStyleLbl="node3" presStyleIdx="8" presStyleCnt="11"/>
      <dgm:spPr/>
    </dgm:pt>
    <dgm:pt modelId="{0F8438ED-D041-45E4-8BA3-8A137D261B61}" type="pres">
      <dgm:prSet presAssocID="{D00EA004-C342-4E48-ABDE-ED1EF4532A84}" presName="hierChild4" presStyleCnt="0"/>
      <dgm:spPr/>
    </dgm:pt>
    <dgm:pt modelId="{F1C60242-CEAF-40BA-88E9-93129E2A349E}" type="pres">
      <dgm:prSet presAssocID="{D00EA004-C342-4E48-ABDE-ED1EF4532A84}" presName="hierChild5" presStyleCnt="0"/>
      <dgm:spPr/>
    </dgm:pt>
    <dgm:pt modelId="{FE456F2F-2D47-4474-B1D0-81C36CFDA8FD}" type="pres">
      <dgm:prSet presAssocID="{4CDCEDC5-CB45-4A15-8A97-ACC38DD6288E}" presName="hierChild5" presStyleCnt="0"/>
      <dgm:spPr/>
    </dgm:pt>
    <dgm:pt modelId="{4119A9F9-0808-4DEF-8A0C-80E58C951893}" type="pres">
      <dgm:prSet presAssocID="{9087893E-2081-461B-85BC-34F971E18B30}" presName="Name37" presStyleLbl="parChTrans1D2" presStyleIdx="3" presStyleCnt="4"/>
      <dgm:spPr/>
    </dgm:pt>
    <dgm:pt modelId="{40F21A91-A0FD-477A-A9A2-6151FD542183}" type="pres">
      <dgm:prSet presAssocID="{52F9C47E-E066-40FE-A159-F495AAC83AAA}" presName="hierRoot2" presStyleCnt="0">
        <dgm:presLayoutVars>
          <dgm:hierBranch val="init"/>
        </dgm:presLayoutVars>
      </dgm:prSet>
      <dgm:spPr/>
    </dgm:pt>
    <dgm:pt modelId="{4DAEF699-3CD0-4995-847C-45E2FFEC2CDA}" type="pres">
      <dgm:prSet presAssocID="{52F9C47E-E066-40FE-A159-F495AAC83AAA}" presName="rootComposite" presStyleCnt="0"/>
      <dgm:spPr/>
    </dgm:pt>
    <dgm:pt modelId="{A4167EB5-AF3E-41D0-99B4-DCE14760B0DC}" type="pres">
      <dgm:prSet presAssocID="{52F9C47E-E066-40FE-A159-F495AAC83AAA}" presName="rootText" presStyleLbl="node2" presStyleIdx="3" presStyleCnt="4" custLinFactNeighborX="4981" custLinFactNeighborY="4318">
        <dgm:presLayoutVars>
          <dgm:chPref val="3"/>
        </dgm:presLayoutVars>
      </dgm:prSet>
      <dgm:spPr/>
    </dgm:pt>
    <dgm:pt modelId="{0FE98911-6BFC-404F-958E-D455C4009069}" type="pres">
      <dgm:prSet presAssocID="{52F9C47E-E066-40FE-A159-F495AAC83AAA}" presName="rootConnector" presStyleLbl="node2" presStyleIdx="3" presStyleCnt="4"/>
      <dgm:spPr/>
    </dgm:pt>
    <dgm:pt modelId="{C388DD81-2FB8-4BD4-84C6-25816AD057A5}" type="pres">
      <dgm:prSet presAssocID="{52F9C47E-E066-40FE-A159-F495AAC83AAA}" presName="hierChild4" presStyleCnt="0"/>
      <dgm:spPr/>
    </dgm:pt>
    <dgm:pt modelId="{B32B82D1-2B88-4EF1-944E-1E542BCB25ED}" type="pres">
      <dgm:prSet presAssocID="{262DB13B-D89B-482B-A3BE-730170DD9B20}" presName="Name37" presStyleLbl="parChTrans1D3" presStyleIdx="9" presStyleCnt="11"/>
      <dgm:spPr/>
    </dgm:pt>
    <dgm:pt modelId="{4780250B-859B-4735-A6FC-0A1F3529FB05}" type="pres">
      <dgm:prSet presAssocID="{4B511290-5B0D-4BC6-A692-9828B6A21DC7}" presName="hierRoot2" presStyleCnt="0">
        <dgm:presLayoutVars>
          <dgm:hierBranch val="init"/>
        </dgm:presLayoutVars>
      </dgm:prSet>
      <dgm:spPr/>
    </dgm:pt>
    <dgm:pt modelId="{941BD293-2EBD-459D-AB6D-1C548F2F29CE}" type="pres">
      <dgm:prSet presAssocID="{4B511290-5B0D-4BC6-A692-9828B6A21DC7}" presName="rootComposite" presStyleCnt="0"/>
      <dgm:spPr/>
    </dgm:pt>
    <dgm:pt modelId="{957BB5E5-0276-4829-9381-7F3E0173859A}" type="pres">
      <dgm:prSet presAssocID="{4B511290-5B0D-4BC6-A692-9828B6A21DC7}" presName="rootText" presStyleLbl="node3" presStyleIdx="9" presStyleCnt="11" custScaleX="248511">
        <dgm:presLayoutVars>
          <dgm:chPref val="3"/>
        </dgm:presLayoutVars>
      </dgm:prSet>
      <dgm:spPr/>
    </dgm:pt>
    <dgm:pt modelId="{6ECC46AF-DF10-4C97-8AFA-E5444E90541F}" type="pres">
      <dgm:prSet presAssocID="{4B511290-5B0D-4BC6-A692-9828B6A21DC7}" presName="rootConnector" presStyleLbl="node3" presStyleIdx="9" presStyleCnt="11"/>
      <dgm:spPr/>
    </dgm:pt>
    <dgm:pt modelId="{CA54C4B9-B289-4E1E-8904-0353D7F697DD}" type="pres">
      <dgm:prSet presAssocID="{4B511290-5B0D-4BC6-A692-9828B6A21DC7}" presName="hierChild4" presStyleCnt="0"/>
      <dgm:spPr/>
    </dgm:pt>
    <dgm:pt modelId="{BCDE0DED-AD0B-4C99-9830-13DF00D23B12}" type="pres">
      <dgm:prSet presAssocID="{4B511290-5B0D-4BC6-A692-9828B6A21DC7}" presName="hierChild5" presStyleCnt="0"/>
      <dgm:spPr/>
    </dgm:pt>
    <dgm:pt modelId="{D16A8238-0233-4CA5-AF75-931FE607A787}" type="pres">
      <dgm:prSet presAssocID="{95B4685E-1289-4C05-BB9C-CFD877AF3BEE}" presName="Name37" presStyleLbl="parChTrans1D3" presStyleIdx="10" presStyleCnt="11"/>
      <dgm:spPr/>
    </dgm:pt>
    <dgm:pt modelId="{0AC5B8AA-3E58-48E6-A45F-4BA27AD0A95B}" type="pres">
      <dgm:prSet presAssocID="{D0B6834E-C2A0-46C0-9A1C-4BEFB317F64F}" presName="hierRoot2" presStyleCnt="0">
        <dgm:presLayoutVars>
          <dgm:hierBranch val="init"/>
        </dgm:presLayoutVars>
      </dgm:prSet>
      <dgm:spPr/>
    </dgm:pt>
    <dgm:pt modelId="{184FEB3B-A627-49BB-AD3D-FB9FA237E583}" type="pres">
      <dgm:prSet presAssocID="{D0B6834E-C2A0-46C0-9A1C-4BEFB317F64F}" presName="rootComposite" presStyleCnt="0"/>
      <dgm:spPr/>
    </dgm:pt>
    <dgm:pt modelId="{BF8B5041-E537-42DC-A1E6-50A364B8B353}" type="pres">
      <dgm:prSet presAssocID="{D0B6834E-C2A0-46C0-9A1C-4BEFB317F64F}" presName="rootText" presStyleLbl="node3" presStyleIdx="10" presStyleCnt="11" custScaleX="248511">
        <dgm:presLayoutVars>
          <dgm:chPref val="3"/>
        </dgm:presLayoutVars>
      </dgm:prSet>
      <dgm:spPr/>
    </dgm:pt>
    <dgm:pt modelId="{7270E0C0-E1C4-4361-B238-1EB41AFF93AA}" type="pres">
      <dgm:prSet presAssocID="{D0B6834E-C2A0-46C0-9A1C-4BEFB317F64F}" presName="rootConnector" presStyleLbl="node3" presStyleIdx="10" presStyleCnt="11"/>
      <dgm:spPr/>
    </dgm:pt>
    <dgm:pt modelId="{E4F3604D-0B66-4A49-8F02-A8E73091E03E}" type="pres">
      <dgm:prSet presAssocID="{D0B6834E-C2A0-46C0-9A1C-4BEFB317F64F}" presName="hierChild4" presStyleCnt="0"/>
      <dgm:spPr/>
    </dgm:pt>
    <dgm:pt modelId="{2E107801-B517-42BD-BA51-3C2DF8DA2FAF}" type="pres">
      <dgm:prSet presAssocID="{D0B6834E-C2A0-46C0-9A1C-4BEFB317F64F}" presName="hierChild5" presStyleCnt="0"/>
      <dgm:spPr/>
    </dgm:pt>
    <dgm:pt modelId="{164B5017-A5A0-4321-A3AC-4201B2F43C3F}" type="pres">
      <dgm:prSet presAssocID="{52F9C47E-E066-40FE-A159-F495AAC83AAA}" presName="hierChild5" presStyleCnt="0"/>
      <dgm:spPr/>
    </dgm:pt>
    <dgm:pt modelId="{2C0B9203-7833-4F61-830B-B334F5AFBF10}" type="pres">
      <dgm:prSet presAssocID="{EDB650A6-9EEB-4ABF-858E-85ECF5A8EC66}" presName="hierChild3" presStyleCnt="0"/>
      <dgm:spPr/>
    </dgm:pt>
  </dgm:ptLst>
  <dgm:cxnLst>
    <dgm:cxn modelId="{5183AB00-6CC8-4BF9-9A24-B8DAE4310D21}" srcId="{F5F1F0A0-6C5D-4869-9D09-6D7A91FD533A}" destId="{A3899452-89A9-402F-91E8-B45C9901E902}" srcOrd="1" destOrd="0" parTransId="{8C50E857-F9DA-4E93-A99A-11F0F17B1944}" sibTransId="{79D46A12-B760-481B-A46E-1A880E1AEF4E}"/>
    <dgm:cxn modelId="{5F459105-9F00-49B7-AF1B-281E8016F416}" srcId="{1D4BD9D9-A520-4EC0-AF75-B853B72235CA}" destId="{6B1F3F7B-C834-4441-8902-74A63D8776CB}" srcOrd="0" destOrd="0" parTransId="{45AFD10D-44DE-4AC8-85D8-62E9C69F4526}" sibTransId="{BCC87683-A66C-4221-97C7-9E6FBBDE992A}"/>
    <dgm:cxn modelId="{1FDD8109-F54E-47CA-86D1-503DBAC33386}" type="presOf" srcId="{C1EFCEA2-8EC7-451E-8D04-478E993B18D2}" destId="{25E00841-B2EA-4EEC-82EA-00A4D2C39F6B}" srcOrd="0" destOrd="0" presId="urn:microsoft.com/office/officeart/2005/8/layout/orgChart1"/>
    <dgm:cxn modelId="{18E3A90B-E05E-483C-A161-7621970F0CF4}" type="presOf" srcId="{4CDCEDC5-CB45-4A15-8A97-ACC38DD6288E}" destId="{5ACFAA57-D6D6-40CE-AC22-5836CA2D2E47}" srcOrd="0" destOrd="0" presId="urn:microsoft.com/office/officeart/2005/8/layout/orgChart1"/>
    <dgm:cxn modelId="{805C7C12-EE00-4659-91E5-6104F2A7FA64}" srcId="{4CDCEDC5-CB45-4A15-8A97-ACC38DD6288E}" destId="{B7899E0B-1332-4134-8FE3-5596413F3A8B}" srcOrd="0" destOrd="0" parTransId="{C1EFCEA2-8EC7-451E-8D04-478E993B18D2}" sibTransId="{EF65371D-439E-4CF6-B7E6-84496A54DC1F}"/>
    <dgm:cxn modelId="{34D0A419-F8AB-4515-BBEE-8CEAE1E97848}" type="presOf" srcId="{52F9C47E-E066-40FE-A159-F495AAC83AAA}" destId="{0FE98911-6BFC-404F-958E-D455C4009069}" srcOrd="1" destOrd="0" presId="urn:microsoft.com/office/officeart/2005/8/layout/orgChart1"/>
    <dgm:cxn modelId="{2C25081E-6B9A-4E8D-8FA1-9E610411E857}" type="presOf" srcId="{4B511290-5B0D-4BC6-A692-9828B6A21DC7}" destId="{6ECC46AF-DF10-4C97-8AFA-E5444E90541F}" srcOrd="1" destOrd="0" presId="urn:microsoft.com/office/officeart/2005/8/layout/orgChart1"/>
    <dgm:cxn modelId="{EC45391F-CEE2-489B-9A8D-344A2480D82D}" srcId="{EDB650A6-9EEB-4ABF-858E-85ECF5A8EC66}" destId="{F5F1F0A0-6C5D-4869-9D09-6D7A91FD533A}" srcOrd="1" destOrd="0" parTransId="{11B7E280-238E-4709-BD39-3FECD9C1A7B4}" sibTransId="{38E62CC4-57E5-4895-BD09-662182F06EAE}"/>
    <dgm:cxn modelId="{79EA4020-A4BB-4E26-BE9D-0BC8E15102EC}" type="presOf" srcId="{6B1F3F7B-C834-4441-8902-74A63D8776CB}" destId="{5F2D51C2-E718-40AA-83F3-B5FC1EB54A92}" srcOrd="1" destOrd="0" presId="urn:microsoft.com/office/officeart/2005/8/layout/orgChart1"/>
    <dgm:cxn modelId="{6AC48021-80F6-40DF-B10F-6B22702ACB2C}" type="presOf" srcId="{3530C597-ACD3-4748-AA08-1C0D1028485D}" destId="{496F2291-3D8A-46C7-B2B6-F0DB3BB95A01}" srcOrd="1" destOrd="0" presId="urn:microsoft.com/office/officeart/2005/8/layout/orgChart1"/>
    <dgm:cxn modelId="{CE30BB24-4958-49F4-8244-656B9D4ACB8A}" type="presOf" srcId="{DE60C09E-A5E4-4C3D-AC7A-556C00E1B564}" destId="{9564CEC1-793C-43A8-918F-67872C64A975}" srcOrd="1" destOrd="0" presId="urn:microsoft.com/office/officeart/2005/8/layout/orgChart1"/>
    <dgm:cxn modelId="{6F97B526-5172-4AB8-BA3F-2701C39AA331}" type="presOf" srcId="{9087893E-2081-461B-85BC-34F971E18B30}" destId="{4119A9F9-0808-4DEF-8A0C-80E58C951893}" srcOrd="0" destOrd="0" presId="urn:microsoft.com/office/officeart/2005/8/layout/orgChart1"/>
    <dgm:cxn modelId="{1F325F38-A5A8-4D92-9E50-4C1C4DD75026}" srcId="{4CDCEDC5-CB45-4A15-8A97-ACC38DD6288E}" destId="{3530C597-ACD3-4748-AA08-1C0D1028485D}" srcOrd="2" destOrd="0" parTransId="{37CE2DE8-2591-4577-9AFB-A4FC4FD4FA6D}" sibTransId="{F6EED141-0D7D-4E11-992D-E044CAC14F9F}"/>
    <dgm:cxn modelId="{4CB4E741-C6BF-49C0-81D2-FF91B96E280E}" type="presOf" srcId="{D00EA004-C342-4E48-ABDE-ED1EF4532A84}" destId="{2F966C1F-32E2-459E-AE66-0DD69B6FB761}" srcOrd="0" destOrd="0" presId="urn:microsoft.com/office/officeart/2005/8/layout/orgChart1"/>
    <dgm:cxn modelId="{0CC32962-C229-43BD-A590-6C2675893753}" type="presOf" srcId="{45AFD10D-44DE-4AC8-85D8-62E9C69F4526}" destId="{08CEFEE0-4BCD-4EFD-8A97-BAADB8E6AA8F}" srcOrd="0" destOrd="0" presId="urn:microsoft.com/office/officeart/2005/8/layout/orgChart1"/>
    <dgm:cxn modelId="{60944D46-10E8-45B4-B3BE-E28CE53D72D1}" type="presOf" srcId="{F5F1F0A0-6C5D-4869-9D09-6D7A91FD533A}" destId="{89743693-7FA6-41E5-8A6F-728A7DE85D84}" srcOrd="1" destOrd="0" presId="urn:microsoft.com/office/officeart/2005/8/layout/orgChart1"/>
    <dgm:cxn modelId="{19F2FF49-25E5-4CDF-9F42-C153E7222049}" type="presOf" srcId="{EDB650A6-9EEB-4ABF-858E-85ECF5A8EC66}" destId="{B5D6C10E-D3C7-4ACA-AD38-ECECBDF5BFA5}" srcOrd="0" destOrd="0" presId="urn:microsoft.com/office/officeart/2005/8/layout/orgChart1"/>
    <dgm:cxn modelId="{D35D076D-352D-4D8A-86BC-09AAFC94CC2F}" type="presOf" srcId="{95B4685E-1289-4C05-BB9C-CFD877AF3BEE}" destId="{D16A8238-0233-4CA5-AF75-931FE607A787}" srcOrd="0" destOrd="0" presId="urn:microsoft.com/office/officeart/2005/8/layout/orgChart1"/>
    <dgm:cxn modelId="{8E6C6B4E-4E50-40C1-92D8-2A828E2C2FD5}" srcId="{4CDCEDC5-CB45-4A15-8A97-ACC38DD6288E}" destId="{45161D2C-8130-4A26-BA6A-59A2E031E1EE}" srcOrd="1" destOrd="0" parTransId="{48DD1DED-64B1-4796-ADB7-4A804A23353D}" sibTransId="{000BBAB0-1576-4583-8E21-37271098BE43}"/>
    <dgm:cxn modelId="{BFA18F71-2422-4735-9662-9BDE520E6309}" type="presOf" srcId="{A3899452-89A9-402F-91E8-B45C9901E902}" destId="{4FD3DEA4-6B0C-4A7D-A524-6D651B568B75}" srcOrd="0" destOrd="0" presId="urn:microsoft.com/office/officeart/2005/8/layout/orgChart1"/>
    <dgm:cxn modelId="{419C3E72-4E33-42C5-8DCC-C8C3731B05AE}" srcId="{EDB650A6-9EEB-4ABF-858E-85ECF5A8EC66}" destId="{4CDCEDC5-CB45-4A15-8A97-ACC38DD6288E}" srcOrd="2" destOrd="0" parTransId="{DDB0D89F-0BF0-44B8-8728-64ECE86AF274}" sibTransId="{0C35BB6B-1842-4213-A0AB-82FA13DDF672}"/>
    <dgm:cxn modelId="{576E3157-884D-410B-9CCB-7C0F1E56BE1E}" type="presOf" srcId="{8C50E857-F9DA-4E93-A99A-11F0F17B1944}" destId="{E118ABEA-6944-4C55-9669-DC48C6368058}" srcOrd="0" destOrd="0" presId="urn:microsoft.com/office/officeart/2005/8/layout/orgChart1"/>
    <dgm:cxn modelId="{2E006778-0EDF-41BE-9ACB-E41CAA78A3B2}" srcId="{1D4BD9D9-A520-4EC0-AF75-B853B72235CA}" destId="{C9E0962C-E811-4BB4-B7B7-CF0619DB46B7}" srcOrd="1" destOrd="0" parTransId="{FE87FAEB-99F3-457C-AE4A-1E8B8F4D5A74}" sibTransId="{947B9C96-8D48-463A-99E6-F32B2299BD24}"/>
    <dgm:cxn modelId="{DB6F1E59-429E-4154-BF38-E567C95DDF55}" type="presOf" srcId="{1D4BD9D9-A520-4EC0-AF75-B853B72235CA}" destId="{C35D644C-F7DD-41B8-BD7B-7D9E423DEB02}" srcOrd="1" destOrd="0" presId="urn:microsoft.com/office/officeart/2005/8/layout/orgChart1"/>
    <dgm:cxn modelId="{860E5C7A-B4ED-4FAF-9DB2-9C9589A2D1FB}" type="presOf" srcId="{A3899452-89A9-402F-91E8-B45C9901E902}" destId="{C81FD139-60A2-4EE6-94CC-D7696D3194B8}" srcOrd="1" destOrd="0" presId="urn:microsoft.com/office/officeart/2005/8/layout/orgChart1"/>
    <dgm:cxn modelId="{A231A97A-8FFA-41AF-BD1E-D67E9CE63E88}" type="presOf" srcId="{ABB9FA9E-7223-4E91-94CA-19684DC5DA87}" destId="{989BE455-49D4-45EB-96D4-B17D6E2B7DBE}" srcOrd="0" destOrd="0" presId="urn:microsoft.com/office/officeart/2005/8/layout/orgChart1"/>
    <dgm:cxn modelId="{A82A7E81-5923-40AB-813D-CDF4F4FE9BA7}" type="presOf" srcId="{FE87FAEB-99F3-457C-AE4A-1E8B8F4D5A74}" destId="{AC3CEE90-D709-46A2-9F4D-970522E2E68E}" srcOrd="0" destOrd="0" presId="urn:microsoft.com/office/officeart/2005/8/layout/orgChart1"/>
    <dgm:cxn modelId="{64381988-BC6E-4650-8E99-C35056B0C878}" srcId="{F5F1F0A0-6C5D-4869-9D09-6D7A91FD533A}" destId="{51F4077C-3C73-431C-833D-3E777C348C7E}" srcOrd="0" destOrd="0" parTransId="{A8CB1A5A-95DB-4854-B315-6B673B6CF43D}" sibTransId="{D1F13602-74C5-4014-BA2C-5BE0D4CDCE35}"/>
    <dgm:cxn modelId="{DBB2488D-C490-4D41-A09E-492A19B44D1E}" type="presOf" srcId="{DDB0D89F-0BF0-44B8-8728-64ECE86AF274}" destId="{9E5A5402-D2DF-43F7-A9D0-FBF12CD692EF}" srcOrd="0" destOrd="0" presId="urn:microsoft.com/office/officeart/2005/8/layout/orgChart1"/>
    <dgm:cxn modelId="{E449528F-AA3F-41BD-B2F1-B14B74367A7D}" type="presOf" srcId="{11B7E280-238E-4709-BD39-3FECD9C1A7B4}" destId="{4A5F47B6-9E8B-4DF5-87DE-61E42A3C6467}" srcOrd="0" destOrd="0" presId="urn:microsoft.com/office/officeart/2005/8/layout/orgChart1"/>
    <dgm:cxn modelId="{6CFB2694-2CB8-422F-9C9F-A6576F551775}" type="presOf" srcId="{51F4077C-3C73-431C-833D-3E777C348C7E}" destId="{8FB56402-AAAF-481D-9EB1-A4D99A20A591}" srcOrd="0" destOrd="0" presId="urn:microsoft.com/office/officeart/2005/8/layout/orgChart1"/>
    <dgm:cxn modelId="{5D13B994-0FCF-4389-B833-3574200780C4}" type="presOf" srcId="{52F9C47E-E066-40FE-A159-F495AAC83AAA}" destId="{A4167EB5-AF3E-41D0-99B4-DCE14760B0DC}" srcOrd="0" destOrd="0" presId="urn:microsoft.com/office/officeart/2005/8/layout/orgChart1"/>
    <dgm:cxn modelId="{6AD01995-AB44-4FFB-913E-298E6E3E416D}" type="presOf" srcId="{EDB650A6-9EEB-4ABF-858E-85ECF5A8EC66}" destId="{C34881AE-264F-4547-9AD4-F6806E99CF21}" srcOrd="1" destOrd="0" presId="urn:microsoft.com/office/officeart/2005/8/layout/orgChart1"/>
    <dgm:cxn modelId="{61911F97-B3D1-4FEB-884D-D4C40CD9DBED}" type="presOf" srcId="{262DB13B-D89B-482B-A3BE-730170DD9B20}" destId="{B32B82D1-2B88-4EF1-944E-1E542BCB25ED}" srcOrd="0" destOrd="0" presId="urn:microsoft.com/office/officeart/2005/8/layout/orgChart1"/>
    <dgm:cxn modelId="{7D967099-2218-45DB-8E69-CF9A36CC20BE}" type="presOf" srcId="{B7899E0B-1332-4134-8FE3-5596413F3A8B}" destId="{4DAFE3CB-515C-40BD-965F-E5C1F8250EAF}" srcOrd="1" destOrd="0" presId="urn:microsoft.com/office/officeart/2005/8/layout/orgChart1"/>
    <dgm:cxn modelId="{5D81369D-22E2-452A-88D8-109CBF020AB3}" type="presOf" srcId="{1D4BD9D9-A520-4EC0-AF75-B853B72235CA}" destId="{961656AC-E94B-476B-A738-B1BF2B6DB598}" srcOrd="0" destOrd="0" presId="urn:microsoft.com/office/officeart/2005/8/layout/orgChart1"/>
    <dgm:cxn modelId="{5517749E-B32B-4B77-A8CB-9ED07C981E40}" srcId="{4CDCEDC5-CB45-4A15-8A97-ACC38DD6288E}" destId="{D00EA004-C342-4E48-ABDE-ED1EF4532A84}" srcOrd="4" destOrd="0" parTransId="{B51C82D7-602F-4913-BA7D-5B3375912134}" sibTransId="{3C6E5076-3729-4686-AF0D-7C2337F0B42F}"/>
    <dgm:cxn modelId="{CE99119F-AFAC-4C72-A687-C117BF8210A9}" type="presOf" srcId="{D0B6834E-C2A0-46C0-9A1C-4BEFB317F64F}" destId="{BF8B5041-E537-42DC-A1E6-50A364B8B353}" srcOrd="0" destOrd="0" presId="urn:microsoft.com/office/officeart/2005/8/layout/orgChart1"/>
    <dgm:cxn modelId="{A9B6349F-5AA7-4046-9BCE-CEA0875F811D}" type="presOf" srcId="{A8CB1A5A-95DB-4854-B315-6B673B6CF43D}" destId="{F7AE9C39-71C8-4674-B992-CDAD80EADB4D}" srcOrd="0" destOrd="0" presId="urn:microsoft.com/office/officeart/2005/8/layout/orgChart1"/>
    <dgm:cxn modelId="{C7476CA0-38C3-4530-A3DE-66E8BB176B0D}" type="presOf" srcId="{A618C350-7038-42BA-B76A-21D9CFC071AD}" destId="{B168BD1F-200A-41E4-A58E-7895941552A4}" srcOrd="0" destOrd="0" presId="urn:microsoft.com/office/officeart/2005/8/layout/orgChart1"/>
    <dgm:cxn modelId="{483827AF-0303-4BB0-A911-3CC78D6ED372}" type="presOf" srcId="{C9E0962C-E811-4BB4-B7B7-CF0619DB46B7}" destId="{0420B67E-89EC-4C3D-9B65-62D9B9504AEB}" srcOrd="1" destOrd="0" presId="urn:microsoft.com/office/officeart/2005/8/layout/orgChart1"/>
    <dgm:cxn modelId="{A3F8DCB2-7659-4025-940F-DE8E4F05DD6B}" type="presOf" srcId="{45161D2C-8130-4A26-BA6A-59A2E031E1EE}" destId="{CD26A819-A921-406B-9C21-AC97913D480F}" srcOrd="0" destOrd="0" presId="urn:microsoft.com/office/officeart/2005/8/layout/orgChart1"/>
    <dgm:cxn modelId="{AE9B8BB3-EE16-4B3E-B714-851AA36B2401}" type="presOf" srcId="{B68A38A6-895B-40CE-A418-07BBAB01660E}" destId="{D1B7DCDC-F77F-4587-9ABC-97C2E314472F}" srcOrd="0" destOrd="0" presId="urn:microsoft.com/office/officeart/2005/8/layout/orgChart1"/>
    <dgm:cxn modelId="{AEBA51B9-4E4B-480F-A546-45FAE3BD7DA4}" type="presOf" srcId="{B7899E0B-1332-4134-8FE3-5596413F3A8B}" destId="{26F2C5FC-DCE3-4D34-8D0E-71F1A44F131E}" srcOrd="0" destOrd="0" presId="urn:microsoft.com/office/officeart/2005/8/layout/orgChart1"/>
    <dgm:cxn modelId="{7F0222BD-2A5C-4376-9156-AB450C82ACA6}" type="presOf" srcId="{D00EA004-C342-4E48-ABDE-ED1EF4532A84}" destId="{E4905E42-AD1D-40C3-98D2-01921D3B9B54}" srcOrd="1" destOrd="0" presId="urn:microsoft.com/office/officeart/2005/8/layout/orgChart1"/>
    <dgm:cxn modelId="{02E920C8-C4EC-4A6F-8B69-D8B4A6283AC9}" type="presOf" srcId="{4B511290-5B0D-4BC6-A692-9828B6A21DC7}" destId="{957BB5E5-0276-4829-9381-7F3E0173859A}" srcOrd="0" destOrd="0" presId="urn:microsoft.com/office/officeart/2005/8/layout/orgChart1"/>
    <dgm:cxn modelId="{B15FD1CC-11C4-4F15-8646-E2DA7BE9F975}" type="presOf" srcId="{45161D2C-8130-4A26-BA6A-59A2E031E1EE}" destId="{E240F31E-66B4-4CA7-8251-81CE0CE569A7}" srcOrd="1" destOrd="0" presId="urn:microsoft.com/office/officeart/2005/8/layout/orgChart1"/>
    <dgm:cxn modelId="{6D90E3D1-4223-41D1-98A1-A43E4A50EBD7}" type="presOf" srcId="{51F4077C-3C73-431C-833D-3E777C348C7E}" destId="{8DC6B7A0-A750-40A9-8474-DBCB4D8783AF}" srcOrd="1" destOrd="0" presId="urn:microsoft.com/office/officeart/2005/8/layout/orgChart1"/>
    <dgm:cxn modelId="{FA1564D2-8BF5-4325-9A69-83610C4A5DD7}" srcId="{EDB650A6-9EEB-4ABF-858E-85ECF5A8EC66}" destId="{1D4BD9D9-A520-4EC0-AF75-B853B72235CA}" srcOrd="0" destOrd="0" parTransId="{A618C350-7038-42BA-B76A-21D9CFC071AD}" sibTransId="{F6CB5B39-324F-4CF9-BB5F-D28E55E13CD7}"/>
    <dgm:cxn modelId="{9B461FE0-1E0A-4B4C-9B4E-FE349FCE8D60}" type="presOf" srcId="{DE60C09E-A5E4-4C3D-AC7A-556C00E1B564}" destId="{246BBA95-0D52-480C-A7AE-F295DC2B5F77}" srcOrd="0" destOrd="0" presId="urn:microsoft.com/office/officeart/2005/8/layout/orgChart1"/>
    <dgm:cxn modelId="{C2DC3BEA-16C9-4283-94FD-D01E5B5B1149}" type="presOf" srcId="{3530C597-ACD3-4748-AA08-1C0D1028485D}" destId="{4F456886-2EDA-4D49-966A-0298D5367D94}" srcOrd="0" destOrd="0" presId="urn:microsoft.com/office/officeart/2005/8/layout/orgChart1"/>
    <dgm:cxn modelId="{B503D1EA-0B9B-4664-A0B6-4F3158796605}" type="presOf" srcId="{4CDCEDC5-CB45-4A15-8A97-ACC38DD6288E}" destId="{7FB5D496-2C59-4D06-ADFA-AA8ABDB242F3}" srcOrd="1" destOrd="0" presId="urn:microsoft.com/office/officeart/2005/8/layout/orgChart1"/>
    <dgm:cxn modelId="{703644F0-8820-432F-8BA7-7FD063AB17D8}" type="presOf" srcId="{C9E0962C-E811-4BB4-B7B7-CF0619DB46B7}" destId="{D7DA458D-7210-4318-B0BA-992B1AEA9FDE}" srcOrd="0" destOrd="0" presId="urn:microsoft.com/office/officeart/2005/8/layout/orgChart1"/>
    <dgm:cxn modelId="{7E0D88F0-16D7-434A-8CFC-9FB5A7720D57}" type="presOf" srcId="{37CE2DE8-2591-4577-9AFB-A4FC4FD4FA6D}" destId="{3209A578-0CC0-4E81-8E2B-CDBD5EED0158}" srcOrd="0" destOrd="0" presId="urn:microsoft.com/office/officeart/2005/8/layout/orgChart1"/>
    <dgm:cxn modelId="{41A20FF2-571D-41BA-A9A1-7B336956E110}" srcId="{ABB9FA9E-7223-4E91-94CA-19684DC5DA87}" destId="{EDB650A6-9EEB-4ABF-858E-85ECF5A8EC66}" srcOrd="0" destOrd="0" parTransId="{92EDCAE1-08CB-4A05-997B-C74CD59C18D3}" sibTransId="{D8A5B6DD-0732-49F4-8A80-A198E6F855CA}"/>
    <dgm:cxn modelId="{B65254F2-87D2-4DD7-91B2-578373F0ED15}" type="presOf" srcId="{B51C82D7-602F-4913-BA7D-5B3375912134}" destId="{5C113471-29E4-4D73-9CEB-A926905F25B1}" srcOrd="0" destOrd="0" presId="urn:microsoft.com/office/officeart/2005/8/layout/orgChart1"/>
    <dgm:cxn modelId="{E3609BF3-9E3A-4FA9-A7C5-A81323C46E39}" srcId="{52F9C47E-E066-40FE-A159-F495AAC83AAA}" destId="{4B511290-5B0D-4BC6-A692-9828B6A21DC7}" srcOrd="0" destOrd="0" parTransId="{262DB13B-D89B-482B-A3BE-730170DD9B20}" sibTransId="{A4B76764-AA3E-438B-80DE-7CCB16B090CB}"/>
    <dgm:cxn modelId="{5B0D52F4-D970-457A-92B1-7299D27102E9}" srcId="{EDB650A6-9EEB-4ABF-858E-85ECF5A8EC66}" destId="{52F9C47E-E066-40FE-A159-F495AAC83AAA}" srcOrd="3" destOrd="0" parTransId="{9087893E-2081-461B-85BC-34F971E18B30}" sibTransId="{26D43FD3-8670-4803-AC48-27A46A0DEEFC}"/>
    <dgm:cxn modelId="{8F941BFA-625D-4EEA-B3D7-94B8BED0F997}" srcId="{52F9C47E-E066-40FE-A159-F495AAC83AAA}" destId="{D0B6834E-C2A0-46C0-9A1C-4BEFB317F64F}" srcOrd="1" destOrd="0" parTransId="{95B4685E-1289-4C05-BB9C-CFD877AF3BEE}" sibTransId="{27A70D25-CE66-4A09-98C7-DB9AFA41970B}"/>
    <dgm:cxn modelId="{B46B20FA-4BCF-45AE-AC19-5DC408398BB3}" srcId="{4CDCEDC5-CB45-4A15-8A97-ACC38DD6288E}" destId="{DE60C09E-A5E4-4C3D-AC7A-556C00E1B564}" srcOrd="3" destOrd="0" parTransId="{B68A38A6-895B-40CE-A418-07BBAB01660E}" sibTransId="{D83DD38B-808F-44F1-B282-BB3DBB18A9DA}"/>
    <dgm:cxn modelId="{8E30D1FC-B5B7-49A6-B578-66880EF3FBFC}" type="presOf" srcId="{D0B6834E-C2A0-46C0-9A1C-4BEFB317F64F}" destId="{7270E0C0-E1C4-4361-B238-1EB41AFF93AA}" srcOrd="1" destOrd="0" presId="urn:microsoft.com/office/officeart/2005/8/layout/orgChart1"/>
    <dgm:cxn modelId="{A18F31FD-7A2E-4F56-B8B9-693C08C18A5C}" type="presOf" srcId="{48DD1DED-64B1-4796-ADB7-4A804A23353D}" destId="{ED219EC8-F536-437A-8607-CCA5D6449E40}" srcOrd="0" destOrd="0" presId="urn:microsoft.com/office/officeart/2005/8/layout/orgChart1"/>
    <dgm:cxn modelId="{10E953FE-1904-436E-A2B2-73654F2920E6}" type="presOf" srcId="{F5F1F0A0-6C5D-4869-9D09-6D7A91FD533A}" destId="{C816F867-1FAE-437B-996B-3A22B60AB865}" srcOrd="0" destOrd="0" presId="urn:microsoft.com/office/officeart/2005/8/layout/orgChart1"/>
    <dgm:cxn modelId="{DD1CBBFF-82EC-4499-B89B-46A3D158CFB5}" type="presOf" srcId="{6B1F3F7B-C834-4441-8902-74A63D8776CB}" destId="{AE5D8674-4FED-41A5-87F3-B8AABBAFB49C}" srcOrd="0" destOrd="0" presId="urn:microsoft.com/office/officeart/2005/8/layout/orgChart1"/>
    <dgm:cxn modelId="{EDA5D9E7-8F1A-4FD3-A143-4716CC7B4229}" type="presParOf" srcId="{989BE455-49D4-45EB-96D4-B17D6E2B7DBE}" destId="{352F962B-283D-48C2-866E-863ACA9FF2C5}" srcOrd="0" destOrd="0" presId="urn:microsoft.com/office/officeart/2005/8/layout/orgChart1"/>
    <dgm:cxn modelId="{1BF6E2C2-8608-47F6-976D-1B6F830F49AE}" type="presParOf" srcId="{352F962B-283D-48C2-866E-863ACA9FF2C5}" destId="{56C9C025-8550-4089-8FA7-225262F7A1D1}" srcOrd="0" destOrd="0" presId="urn:microsoft.com/office/officeart/2005/8/layout/orgChart1"/>
    <dgm:cxn modelId="{78093CBE-2699-4FD9-A320-4AEE0181B18D}" type="presParOf" srcId="{56C9C025-8550-4089-8FA7-225262F7A1D1}" destId="{B5D6C10E-D3C7-4ACA-AD38-ECECBDF5BFA5}" srcOrd="0" destOrd="0" presId="urn:microsoft.com/office/officeart/2005/8/layout/orgChart1"/>
    <dgm:cxn modelId="{6F3C3A84-3EC3-42F4-BA24-856F270DA9EB}" type="presParOf" srcId="{56C9C025-8550-4089-8FA7-225262F7A1D1}" destId="{C34881AE-264F-4547-9AD4-F6806E99CF21}" srcOrd="1" destOrd="0" presId="urn:microsoft.com/office/officeart/2005/8/layout/orgChart1"/>
    <dgm:cxn modelId="{48F442FC-2AC7-429F-9B4E-C0526EED0F37}" type="presParOf" srcId="{352F962B-283D-48C2-866E-863ACA9FF2C5}" destId="{64CCE1C4-F99A-40BE-8CAC-447A5D042560}" srcOrd="1" destOrd="0" presId="urn:microsoft.com/office/officeart/2005/8/layout/orgChart1"/>
    <dgm:cxn modelId="{7A0B492B-3D0B-4A99-92F7-943EA983BBE7}" type="presParOf" srcId="{64CCE1C4-F99A-40BE-8CAC-447A5D042560}" destId="{B168BD1F-200A-41E4-A58E-7895941552A4}" srcOrd="0" destOrd="0" presId="urn:microsoft.com/office/officeart/2005/8/layout/orgChart1"/>
    <dgm:cxn modelId="{C3BF3E01-A16E-4E8E-8EF6-D3075ED39DA2}" type="presParOf" srcId="{64CCE1C4-F99A-40BE-8CAC-447A5D042560}" destId="{B87E662E-8D67-4F36-9D8A-A1B7F47E4C05}" srcOrd="1" destOrd="0" presId="urn:microsoft.com/office/officeart/2005/8/layout/orgChart1"/>
    <dgm:cxn modelId="{F9EAE9CE-EFA5-4F57-952E-2E4CC1A08264}" type="presParOf" srcId="{B87E662E-8D67-4F36-9D8A-A1B7F47E4C05}" destId="{E4FA9EBB-F4CF-4BC1-9786-18421224EBC3}" srcOrd="0" destOrd="0" presId="urn:microsoft.com/office/officeart/2005/8/layout/orgChart1"/>
    <dgm:cxn modelId="{CFAFC681-06A2-4142-93BC-68F4A117C08B}" type="presParOf" srcId="{E4FA9EBB-F4CF-4BC1-9786-18421224EBC3}" destId="{961656AC-E94B-476B-A738-B1BF2B6DB598}" srcOrd="0" destOrd="0" presId="urn:microsoft.com/office/officeart/2005/8/layout/orgChart1"/>
    <dgm:cxn modelId="{921A4D22-3BC0-4FAE-8315-F132AD3F76CE}" type="presParOf" srcId="{E4FA9EBB-F4CF-4BC1-9786-18421224EBC3}" destId="{C35D644C-F7DD-41B8-BD7B-7D9E423DEB02}" srcOrd="1" destOrd="0" presId="urn:microsoft.com/office/officeart/2005/8/layout/orgChart1"/>
    <dgm:cxn modelId="{DCECFFA3-B898-46FE-AB21-9E480B52B36A}" type="presParOf" srcId="{B87E662E-8D67-4F36-9D8A-A1B7F47E4C05}" destId="{8F244F1B-3ABB-4A10-AD88-CD49B4ED8A6D}" srcOrd="1" destOrd="0" presId="urn:microsoft.com/office/officeart/2005/8/layout/orgChart1"/>
    <dgm:cxn modelId="{DD54C25C-C97B-4E63-97BC-0FE17CDC499F}" type="presParOf" srcId="{8F244F1B-3ABB-4A10-AD88-CD49B4ED8A6D}" destId="{08CEFEE0-4BCD-4EFD-8A97-BAADB8E6AA8F}" srcOrd="0" destOrd="0" presId="urn:microsoft.com/office/officeart/2005/8/layout/orgChart1"/>
    <dgm:cxn modelId="{00AC1564-2CF2-453D-A231-21963340E971}" type="presParOf" srcId="{8F244F1B-3ABB-4A10-AD88-CD49B4ED8A6D}" destId="{0A370157-E731-45A0-8B3B-5CDEA2DD6EE6}" srcOrd="1" destOrd="0" presId="urn:microsoft.com/office/officeart/2005/8/layout/orgChart1"/>
    <dgm:cxn modelId="{71514383-DCE6-44A9-8F79-21C3737F57D9}" type="presParOf" srcId="{0A370157-E731-45A0-8B3B-5CDEA2DD6EE6}" destId="{8149B7D8-3C65-4AD7-BDD9-2B296CD46065}" srcOrd="0" destOrd="0" presId="urn:microsoft.com/office/officeart/2005/8/layout/orgChart1"/>
    <dgm:cxn modelId="{36D8D01C-D5DA-48A1-A6D7-E6E3DD94AD80}" type="presParOf" srcId="{8149B7D8-3C65-4AD7-BDD9-2B296CD46065}" destId="{AE5D8674-4FED-41A5-87F3-B8AABBAFB49C}" srcOrd="0" destOrd="0" presId="urn:microsoft.com/office/officeart/2005/8/layout/orgChart1"/>
    <dgm:cxn modelId="{679D0F6B-6A1E-4186-9CFF-7EA9A2027EFE}" type="presParOf" srcId="{8149B7D8-3C65-4AD7-BDD9-2B296CD46065}" destId="{5F2D51C2-E718-40AA-83F3-B5FC1EB54A92}" srcOrd="1" destOrd="0" presId="urn:microsoft.com/office/officeart/2005/8/layout/orgChart1"/>
    <dgm:cxn modelId="{9EC27AD8-F707-406C-8F63-0CCF6B25DEAD}" type="presParOf" srcId="{0A370157-E731-45A0-8B3B-5CDEA2DD6EE6}" destId="{70106394-C6ED-40E7-993B-2B72FFBA05AB}" srcOrd="1" destOrd="0" presId="urn:microsoft.com/office/officeart/2005/8/layout/orgChart1"/>
    <dgm:cxn modelId="{707372AB-BE43-4110-8086-9495BE026F95}" type="presParOf" srcId="{0A370157-E731-45A0-8B3B-5CDEA2DD6EE6}" destId="{8807F606-9011-4145-80C3-9CC5B2BEEE0D}" srcOrd="2" destOrd="0" presId="urn:microsoft.com/office/officeart/2005/8/layout/orgChart1"/>
    <dgm:cxn modelId="{6FC320D2-A34F-4F29-8527-C5D05E82A91C}" type="presParOf" srcId="{8F244F1B-3ABB-4A10-AD88-CD49B4ED8A6D}" destId="{AC3CEE90-D709-46A2-9F4D-970522E2E68E}" srcOrd="2" destOrd="0" presId="urn:microsoft.com/office/officeart/2005/8/layout/orgChart1"/>
    <dgm:cxn modelId="{22B891FF-77FD-497D-8EA4-515626FD62E4}" type="presParOf" srcId="{8F244F1B-3ABB-4A10-AD88-CD49B4ED8A6D}" destId="{37A775DA-C9E0-4CEB-B8AD-BE7E69C5DABF}" srcOrd="3" destOrd="0" presId="urn:microsoft.com/office/officeart/2005/8/layout/orgChart1"/>
    <dgm:cxn modelId="{E0C7A31E-F738-47C8-9AA6-0C9AC99CEC08}" type="presParOf" srcId="{37A775DA-C9E0-4CEB-B8AD-BE7E69C5DABF}" destId="{91A8C22A-F1D8-4E4D-BE49-27427F138A90}" srcOrd="0" destOrd="0" presId="urn:microsoft.com/office/officeart/2005/8/layout/orgChart1"/>
    <dgm:cxn modelId="{5FF914B3-592A-402D-BE71-882E1F7D6639}" type="presParOf" srcId="{91A8C22A-F1D8-4E4D-BE49-27427F138A90}" destId="{D7DA458D-7210-4318-B0BA-992B1AEA9FDE}" srcOrd="0" destOrd="0" presId="urn:microsoft.com/office/officeart/2005/8/layout/orgChart1"/>
    <dgm:cxn modelId="{95415A4E-E4E5-4679-9545-981E9B6EC745}" type="presParOf" srcId="{91A8C22A-F1D8-4E4D-BE49-27427F138A90}" destId="{0420B67E-89EC-4C3D-9B65-62D9B9504AEB}" srcOrd="1" destOrd="0" presId="urn:microsoft.com/office/officeart/2005/8/layout/orgChart1"/>
    <dgm:cxn modelId="{15351B53-3993-46CA-AC0E-699086A9E3B2}" type="presParOf" srcId="{37A775DA-C9E0-4CEB-B8AD-BE7E69C5DABF}" destId="{307D7D10-55D1-4506-BB24-EFA91EDED6EC}" srcOrd="1" destOrd="0" presId="urn:microsoft.com/office/officeart/2005/8/layout/orgChart1"/>
    <dgm:cxn modelId="{E60F12DC-D7BE-4A14-A847-808082F8919A}" type="presParOf" srcId="{37A775DA-C9E0-4CEB-B8AD-BE7E69C5DABF}" destId="{A3F51E33-8655-4DC2-BB74-80FDF350022C}" srcOrd="2" destOrd="0" presId="urn:microsoft.com/office/officeart/2005/8/layout/orgChart1"/>
    <dgm:cxn modelId="{5DF01BA1-E68C-44B8-B82E-13146193472C}" type="presParOf" srcId="{B87E662E-8D67-4F36-9D8A-A1B7F47E4C05}" destId="{AD033491-8486-4B6E-B339-915205A76437}" srcOrd="2" destOrd="0" presId="urn:microsoft.com/office/officeart/2005/8/layout/orgChart1"/>
    <dgm:cxn modelId="{6C6BB64F-9F24-4D3D-B686-FCD926395754}" type="presParOf" srcId="{64CCE1C4-F99A-40BE-8CAC-447A5D042560}" destId="{4A5F47B6-9E8B-4DF5-87DE-61E42A3C6467}" srcOrd="2" destOrd="0" presId="urn:microsoft.com/office/officeart/2005/8/layout/orgChart1"/>
    <dgm:cxn modelId="{F0905DFD-8D1A-440C-9523-A0089AF1F6F6}" type="presParOf" srcId="{64CCE1C4-F99A-40BE-8CAC-447A5D042560}" destId="{1BA05C13-690C-4B7A-A506-7E68686F82A6}" srcOrd="3" destOrd="0" presId="urn:microsoft.com/office/officeart/2005/8/layout/orgChart1"/>
    <dgm:cxn modelId="{AC913555-D55B-4F8F-B4CD-3DBE977DC5B2}" type="presParOf" srcId="{1BA05C13-690C-4B7A-A506-7E68686F82A6}" destId="{EDF187BD-E3EC-48E1-B6F6-734CDF10424E}" srcOrd="0" destOrd="0" presId="urn:microsoft.com/office/officeart/2005/8/layout/orgChart1"/>
    <dgm:cxn modelId="{E9A81947-CF7C-4D05-B2F6-AA3547878B6D}" type="presParOf" srcId="{EDF187BD-E3EC-48E1-B6F6-734CDF10424E}" destId="{C816F867-1FAE-437B-996B-3A22B60AB865}" srcOrd="0" destOrd="0" presId="urn:microsoft.com/office/officeart/2005/8/layout/orgChart1"/>
    <dgm:cxn modelId="{62363F50-1E06-4468-8B34-1189D9EEF7B5}" type="presParOf" srcId="{EDF187BD-E3EC-48E1-B6F6-734CDF10424E}" destId="{89743693-7FA6-41E5-8A6F-728A7DE85D84}" srcOrd="1" destOrd="0" presId="urn:microsoft.com/office/officeart/2005/8/layout/orgChart1"/>
    <dgm:cxn modelId="{CB5B5D24-B7C8-4733-B407-8E8254CDC654}" type="presParOf" srcId="{1BA05C13-690C-4B7A-A506-7E68686F82A6}" destId="{480ED0DB-0EEC-4C26-816B-699357954F16}" srcOrd="1" destOrd="0" presId="urn:microsoft.com/office/officeart/2005/8/layout/orgChart1"/>
    <dgm:cxn modelId="{DE7B2AE3-91D8-4EAF-B96A-526EABA2A245}" type="presParOf" srcId="{480ED0DB-0EEC-4C26-816B-699357954F16}" destId="{F7AE9C39-71C8-4674-B992-CDAD80EADB4D}" srcOrd="0" destOrd="0" presId="urn:microsoft.com/office/officeart/2005/8/layout/orgChart1"/>
    <dgm:cxn modelId="{B0F398D8-F4A7-4D37-AEAC-1341A6A165D8}" type="presParOf" srcId="{480ED0DB-0EEC-4C26-816B-699357954F16}" destId="{813D675C-6997-4030-B083-8C9180437760}" srcOrd="1" destOrd="0" presId="urn:microsoft.com/office/officeart/2005/8/layout/orgChart1"/>
    <dgm:cxn modelId="{24F1C78B-AAE5-4DB5-8A83-8484FDA7CB6B}" type="presParOf" srcId="{813D675C-6997-4030-B083-8C9180437760}" destId="{F68BAC02-3175-46BB-9E47-575918B9C01E}" srcOrd="0" destOrd="0" presId="urn:microsoft.com/office/officeart/2005/8/layout/orgChart1"/>
    <dgm:cxn modelId="{9FD71C10-0815-4D42-9C6A-9F0D52282C79}" type="presParOf" srcId="{F68BAC02-3175-46BB-9E47-575918B9C01E}" destId="{8FB56402-AAAF-481D-9EB1-A4D99A20A591}" srcOrd="0" destOrd="0" presId="urn:microsoft.com/office/officeart/2005/8/layout/orgChart1"/>
    <dgm:cxn modelId="{42B16BB9-9FDA-4C58-BD6D-9B44557202C1}" type="presParOf" srcId="{F68BAC02-3175-46BB-9E47-575918B9C01E}" destId="{8DC6B7A0-A750-40A9-8474-DBCB4D8783AF}" srcOrd="1" destOrd="0" presId="urn:microsoft.com/office/officeart/2005/8/layout/orgChart1"/>
    <dgm:cxn modelId="{50C24337-77D5-4003-84F5-FA39CC22350F}" type="presParOf" srcId="{813D675C-6997-4030-B083-8C9180437760}" destId="{EFAFCE26-8942-457D-BE04-647CCEE4C728}" srcOrd="1" destOrd="0" presId="urn:microsoft.com/office/officeart/2005/8/layout/orgChart1"/>
    <dgm:cxn modelId="{F4DC54A9-4633-4293-85C9-2FCA913FDD85}" type="presParOf" srcId="{813D675C-6997-4030-B083-8C9180437760}" destId="{BD019509-3F60-4989-8E64-A5C88500F97E}" srcOrd="2" destOrd="0" presId="urn:microsoft.com/office/officeart/2005/8/layout/orgChart1"/>
    <dgm:cxn modelId="{F4F68FED-3D58-4DCD-B8CC-2C23CFEF08C2}" type="presParOf" srcId="{480ED0DB-0EEC-4C26-816B-699357954F16}" destId="{E118ABEA-6944-4C55-9669-DC48C6368058}" srcOrd="2" destOrd="0" presId="urn:microsoft.com/office/officeart/2005/8/layout/orgChart1"/>
    <dgm:cxn modelId="{668B6A42-F64F-4AC7-9634-B12783108365}" type="presParOf" srcId="{480ED0DB-0EEC-4C26-816B-699357954F16}" destId="{51AD056D-F62C-41A4-9A18-F5E8D44A9DCD}" srcOrd="3" destOrd="0" presId="urn:microsoft.com/office/officeart/2005/8/layout/orgChart1"/>
    <dgm:cxn modelId="{FBEA33C2-D2EC-4A73-8B2C-63F1E197E3DB}" type="presParOf" srcId="{51AD056D-F62C-41A4-9A18-F5E8D44A9DCD}" destId="{C82A99B6-FFCF-4A8C-BFA9-299161AF5714}" srcOrd="0" destOrd="0" presId="urn:microsoft.com/office/officeart/2005/8/layout/orgChart1"/>
    <dgm:cxn modelId="{3CE1FDC4-D49B-4378-968B-8F40BC10B376}" type="presParOf" srcId="{C82A99B6-FFCF-4A8C-BFA9-299161AF5714}" destId="{4FD3DEA4-6B0C-4A7D-A524-6D651B568B75}" srcOrd="0" destOrd="0" presId="urn:microsoft.com/office/officeart/2005/8/layout/orgChart1"/>
    <dgm:cxn modelId="{596D8C95-0BF2-48DE-A871-BDE453605046}" type="presParOf" srcId="{C82A99B6-FFCF-4A8C-BFA9-299161AF5714}" destId="{C81FD139-60A2-4EE6-94CC-D7696D3194B8}" srcOrd="1" destOrd="0" presId="urn:microsoft.com/office/officeart/2005/8/layout/orgChart1"/>
    <dgm:cxn modelId="{DF2491D8-D16F-4544-B03B-4C8AA7B10170}" type="presParOf" srcId="{51AD056D-F62C-41A4-9A18-F5E8D44A9DCD}" destId="{EAF11133-0D89-4BBC-86A4-25139F5A0FBF}" srcOrd="1" destOrd="0" presId="urn:microsoft.com/office/officeart/2005/8/layout/orgChart1"/>
    <dgm:cxn modelId="{1289F257-2091-4B2D-9A76-09569AF65F2B}" type="presParOf" srcId="{51AD056D-F62C-41A4-9A18-F5E8D44A9DCD}" destId="{FFAA9F0F-00BA-4B35-8406-384111ECF481}" srcOrd="2" destOrd="0" presId="urn:microsoft.com/office/officeart/2005/8/layout/orgChart1"/>
    <dgm:cxn modelId="{E19A820B-7B75-4D76-B06C-6729A22C582E}" type="presParOf" srcId="{1BA05C13-690C-4B7A-A506-7E68686F82A6}" destId="{9487478C-D7F5-4FA8-89A0-F2927A12642A}" srcOrd="2" destOrd="0" presId="urn:microsoft.com/office/officeart/2005/8/layout/orgChart1"/>
    <dgm:cxn modelId="{C98FD8D4-361B-41C1-901E-3195EE1A13D5}" type="presParOf" srcId="{64CCE1C4-F99A-40BE-8CAC-447A5D042560}" destId="{9E5A5402-D2DF-43F7-A9D0-FBF12CD692EF}" srcOrd="4" destOrd="0" presId="urn:microsoft.com/office/officeart/2005/8/layout/orgChart1"/>
    <dgm:cxn modelId="{01A60238-8C70-4E30-A4CD-4CFC57772177}" type="presParOf" srcId="{64CCE1C4-F99A-40BE-8CAC-447A5D042560}" destId="{4221E0A3-A8C2-46A5-BD13-7B4B51C75867}" srcOrd="5" destOrd="0" presId="urn:microsoft.com/office/officeart/2005/8/layout/orgChart1"/>
    <dgm:cxn modelId="{2B3169FD-5BC3-4738-8726-F16017A22F1E}" type="presParOf" srcId="{4221E0A3-A8C2-46A5-BD13-7B4B51C75867}" destId="{0DD8E531-58C5-431E-A31A-2C81E63514C5}" srcOrd="0" destOrd="0" presId="urn:microsoft.com/office/officeart/2005/8/layout/orgChart1"/>
    <dgm:cxn modelId="{33A600F1-0C5E-42EA-9ACC-004BA27F2DE4}" type="presParOf" srcId="{0DD8E531-58C5-431E-A31A-2C81E63514C5}" destId="{5ACFAA57-D6D6-40CE-AC22-5836CA2D2E47}" srcOrd="0" destOrd="0" presId="urn:microsoft.com/office/officeart/2005/8/layout/orgChart1"/>
    <dgm:cxn modelId="{11F871C7-C717-42F5-93D0-D33841F92DC3}" type="presParOf" srcId="{0DD8E531-58C5-431E-A31A-2C81E63514C5}" destId="{7FB5D496-2C59-4D06-ADFA-AA8ABDB242F3}" srcOrd="1" destOrd="0" presId="urn:microsoft.com/office/officeart/2005/8/layout/orgChart1"/>
    <dgm:cxn modelId="{5DB4B933-13F7-44C3-8E96-5F0FF24FD177}" type="presParOf" srcId="{4221E0A3-A8C2-46A5-BD13-7B4B51C75867}" destId="{6C04A21C-0C5E-4867-9AC7-BF272A51E510}" srcOrd="1" destOrd="0" presId="urn:microsoft.com/office/officeart/2005/8/layout/orgChart1"/>
    <dgm:cxn modelId="{F3622DC3-02C1-4723-AE44-1C80AC5E84BD}" type="presParOf" srcId="{6C04A21C-0C5E-4867-9AC7-BF272A51E510}" destId="{25E00841-B2EA-4EEC-82EA-00A4D2C39F6B}" srcOrd="0" destOrd="0" presId="urn:microsoft.com/office/officeart/2005/8/layout/orgChart1"/>
    <dgm:cxn modelId="{06E9EDD6-4C3E-4232-BEAF-717CE90F0CDD}" type="presParOf" srcId="{6C04A21C-0C5E-4867-9AC7-BF272A51E510}" destId="{E583DE14-25B3-47AD-B0E3-8EA14B4A9304}" srcOrd="1" destOrd="0" presId="urn:microsoft.com/office/officeart/2005/8/layout/orgChart1"/>
    <dgm:cxn modelId="{EFCCB86D-23D3-4F60-AFF6-8BB86B37FF5D}" type="presParOf" srcId="{E583DE14-25B3-47AD-B0E3-8EA14B4A9304}" destId="{7EA7F919-239F-424E-8E7C-5FD33579F5FC}" srcOrd="0" destOrd="0" presId="urn:microsoft.com/office/officeart/2005/8/layout/orgChart1"/>
    <dgm:cxn modelId="{63ABDE03-3141-4498-9B2F-7FB2CB64B330}" type="presParOf" srcId="{7EA7F919-239F-424E-8E7C-5FD33579F5FC}" destId="{26F2C5FC-DCE3-4D34-8D0E-71F1A44F131E}" srcOrd="0" destOrd="0" presId="urn:microsoft.com/office/officeart/2005/8/layout/orgChart1"/>
    <dgm:cxn modelId="{23A4604E-B39B-42FA-995C-BBBFB5C6F694}" type="presParOf" srcId="{7EA7F919-239F-424E-8E7C-5FD33579F5FC}" destId="{4DAFE3CB-515C-40BD-965F-E5C1F8250EAF}" srcOrd="1" destOrd="0" presId="urn:microsoft.com/office/officeart/2005/8/layout/orgChart1"/>
    <dgm:cxn modelId="{BCD22244-7DF8-4765-B5A5-913489FA860C}" type="presParOf" srcId="{E583DE14-25B3-47AD-B0E3-8EA14B4A9304}" destId="{E494199D-FE51-407B-80F4-363EC16825EA}" srcOrd="1" destOrd="0" presId="urn:microsoft.com/office/officeart/2005/8/layout/orgChart1"/>
    <dgm:cxn modelId="{C40CC458-6B81-46AD-8ED3-822774EF7989}" type="presParOf" srcId="{E583DE14-25B3-47AD-B0E3-8EA14B4A9304}" destId="{9C40AB62-F461-4F59-9D58-1A480E32CE3B}" srcOrd="2" destOrd="0" presId="urn:microsoft.com/office/officeart/2005/8/layout/orgChart1"/>
    <dgm:cxn modelId="{C051059D-0863-4CAB-A744-5186C3000687}" type="presParOf" srcId="{6C04A21C-0C5E-4867-9AC7-BF272A51E510}" destId="{ED219EC8-F536-437A-8607-CCA5D6449E40}" srcOrd="2" destOrd="0" presId="urn:microsoft.com/office/officeart/2005/8/layout/orgChart1"/>
    <dgm:cxn modelId="{D36402D7-D018-43C4-877F-25E486644572}" type="presParOf" srcId="{6C04A21C-0C5E-4867-9AC7-BF272A51E510}" destId="{498BB537-167C-49F8-A834-491C2963A2C7}" srcOrd="3" destOrd="0" presId="urn:microsoft.com/office/officeart/2005/8/layout/orgChart1"/>
    <dgm:cxn modelId="{CF3BE25C-A4A6-4C2C-85F1-EB62B3B336ED}" type="presParOf" srcId="{498BB537-167C-49F8-A834-491C2963A2C7}" destId="{50F2ED38-E6DA-409D-885A-C0F4C8918D52}" srcOrd="0" destOrd="0" presId="urn:microsoft.com/office/officeart/2005/8/layout/orgChart1"/>
    <dgm:cxn modelId="{07E55E38-90DA-4D82-B817-0FF5FBC42F8A}" type="presParOf" srcId="{50F2ED38-E6DA-409D-885A-C0F4C8918D52}" destId="{CD26A819-A921-406B-9C21-AC97913D480F}" srcOrd="0" destOrd="0" presId="urn:microsoft.com/office/officeart/2005/8/layout/orgChart1"/>
    <dgm:cxn modelId="{F0BEFCAF-A8FE-4772-BF27-B1560AD8198B}" type="presParOf" srcId="{50F2ED38-E6DA-409D-885A-C0F4C8918D52}" destId="{E240F31E-66B4-4CA7-8251-81CE0CE569A7}" srcOrd="1" destOrd="0" presId="urn:microsoft.com/office/officeart/2005/8/layout/orgChart1"/>
    <dgm:cxn modelId="{9DD42D4D-A048-4414-B63C-BA6121C11145}" type="presParOf" srcId="{498BB537-167C-49F8-A834-491C2963A2C7}" destId="{4D06A802-FBE0-479F-850A-50A86197CF98}" srcOrd="1" destOrd="0" presId="urn:microsoft.com/office/officeart/2005/8/layout/orgChart1"/>
    <dgm:cxn modelId="{AA0902AB-7456-4832-AB94-942BCD3686EC}" type="presParOf" srcId="{498BB537-167C-49F8-A834-491C2963A2C7}" destId="{6C2EF440-FE07-4AE8-979F-FE418C7DC54F}" srcOrd="2" destOrd="0" presId="urn:microsoft.com/office/officeart/2005/8/layout/orgChart1"/>
    <dgm:cxn modelId="{DC4BCD29-58B4-4461-96E0-F039C96081D9}" type="presParOf" srcId="{6C04A21C-0C5E-4867-9AC7-BF272A51E510}" destId="{3209A578-0CC0-4E81-8E2B-CDBD5EED0158}" srcOrd="4" destOrd="0" presId="urn:microsoft.com/office/officeart/2005/8/layout/orgChart1"/>
    <dgm:cxn modelId="{77149D1E-7DDF-4F62-9557-93A5ACFA17E6}" type="presParOf" srcId="{6C04A21C-0C5E-4867-9AC7-BF272A51E510}" destId="{7B293EB4-043F-4604-839B-79023EBA6679}" srcOrd="5" destOrd="0" presId="urn:microsoft.com/office/officeart/2005/8/layout/orgChart1"/>
    <dgm:cxn modelId="{A4594558-CD05-463B-B6A2-612A116DFCF4}" type="presParOf" srcId="{7B293EB4-043F-4604-839B-79023EBA6679}" destId="{369D8E38-B7D9-4BE3-82D5-26F4D5129402}" srcOrd="0" destOrd="0" presId="urn:microsoft.com/office/officeart/2005/8/layout/orgChart1"/>
    <dgm:cxn modelId="{56748C6A-9E5A-4991-814B-5FBD482E307B}" type="presParOf" srcId="{369D8E38-B7D9-4BE3-82D5-26F4D5129402}" destId="{4F456886-2EDA-4D49-966A-0298D5367D94}" srcOrd="0" destOrd="0" presId="urn:microsoft.com/office/officeart/2005/8/layout/orgChart1"/>
    <dgm:cxn modelId="{FCD452CF-C9B1-4DBA-8679-845115A82450}" type="presParOf" srcId="{369D8E38-B7D9-4BE3-82D5-26F4D5129402}" destId="{496F2291-3D8A-46C7-B2B6-F0DB3BB95A01}" srcOrd="1" destOrd="0" presId="urn:microsoft.com/office/officeart/2005/8/layout/orgChart1"/>
    <dgm:cxn modelId="{C1E5EB8F-23EE-49D7-9E79-FD75F0202838}" type="presParOf" srcId="{7B293EB4-043F-4604-839B-79023EBA6679}" destId="{91BC2AA5-C62D-400D-B0BF-CD5FA73B8C1E}" srcOrd="1" destOrd="0" presId="urn:microsoft.com/office/officeart/2005/8/layout/orgChart1"/>
    <dgm:cxn modelId="{CBC6F215-2947-4B30-9BD3-497C275534AC}" type="presParOf" srcId="{7B293EB4-043F-4604-839B-79023EBA6679}" destId="{90161DE9-23E1-422C-AF58-1EBC7109E614}" srcOrd="2" destOrd="0" presId="urn:microsoft.com/office/officeart/2005/8/layout/orgChart1"/>
    <dgm:cxn modelId="{916E1BCD-6CD4-4559-894E-0F6FE62D6FE1}" type="presParOf" srcId="{6C04A21C-0C5E-4867-9AC7-BF272A51E510}" destId="{D1B7DCDC-F77F-4587-9ABC-97C2E314472F}" srcOrd="6" destOrd="0" presId="urn:microsoft.com/office/officeart/2005/8/layout/orgChart1"/>
    <dgm:cxn modelId="{63A4DCC2-5AB8-40F8-AE35-DCFB9A9FC306}" type="presParOf" srcId="{6C04A21C-0C5E-4867-9AC7-BF272A51E510}" destId="{B9F62B8D-C23F-4E1E-A7B3-4D12256A4CA2}" srcOrd="7" destOrd="0" presId="urn:microsoft.com/office/officeart/2005/8/layout/orgChart1"/>
    <dgm:cxn modelId="{ADDD8F80-5612-4483-B9F9-471C777D5D99}" type="presParOf" srcId="{B9F62B8D-C23F-4E1E-A7B3-4D12256A4CA2}" destId="{E57AF822-BD9F-4825-93C4-AC40BE1796AA}" srcOrd="0" destOrd="0" presId="urn:microsoft.com/office/officeart/2005/8/layout/orgChart1"/>
    <dgm:cxn modelId="{3DFCF42D-BDF9-4BFE-AF67-43368C2513CC}" type="presParOf" srcId="{E57AF822-BD9F-4825-93C4-AC40BE1796AA}" destId="{246BBA95-0D52-480C-A7AE-F295DC2B5F77}" srcOrd="0" destOrd="0" presId="urn:microsoft.com/office/officeart/2005/8/layout/orgChart1"/>
    <dgm:cxn modelId="{E40FB92C-C3C3-4A47-AD6D-B919FFA335BC}" type="presParOf" srcId="{E57AF822-BD9F-4825-93C4-AC40BE1796AA}" destId="{9564CEC1-793C-43A8-918F-67872C64A975}" srcOrd="1" destOrd="0" presId="urn:microsoft.com/office/officeart/2005/8/layout/orgChart1"/>
    <dgm:cxn modelId="{25753C75-3457-447A-A31A-EF1F935FABF6}" type="presParOf" srcId="{B9F62B8D-C23F-4E1E-A7B3-4D12256A4CA2}" destId="{851735BD-E1BA-453B-82AC-07218993BC12}" srcOrd="1" destOrd="0" presId="urn:microsoft.com/office/officeart/2005/8/layout/orgChart1"/>
    <dgm:cxn modelId="{E9C4B629-BA9A-48CE-A0EE-3A3E4F663F3B}" type="presParOf" srcId="{B9F62B8D-C23F-4E1E-A7B3-4D12256A4CA2}" destId="{EBCC6475-3E0A-45A4-A760-57F85F84CF0F}" srcOrd="2" destOrd="0" presId="urn:microsoft.com/office/officeart/2005/8/layout/orgChart1"/>
    <dgm:cxn modelId="{0BB5A708-1297-4CD6-B9FF-EA6FB4A067B6}" type="presParOf" srcId="{6C04A21C-0C5E-4867-9AC7-BF272A51E510}" destId="{5C113471-29E4-4D73-9CEB-A926905F25B1}" srcOrd="8" destOrd="0" presId="urn:microsoft.com/office/officeart/2005/8/layout/orgChart1"/>
    <dgm:cxn modelId="{FADCEE72-948A-45A0-A9CE-832AA9F87A2C}" type="presParOf" srcId="{6C04A21C-0C5E-4867-9AC7-BF272A51E510}" destId="{EA0C5610-C372-4B8B-A837-7A9D11A24A66}" srcOrd="9" destOrd="0" presId="urn:microsoft.com/office/officeart/2005/8/layout/orgChart1"/>
    <dgm:cxn modelId="{A1809BFA-7B08-4577-9FF3-26B7F898160C}" type="presParOf" srcId="{EA0C5610-C372-4B8B-A837-7A9D11A24A66}" destId="{DD06D88C-B5FA-42C1-98F0-2004D5E2F96C}" srcOrd="0" destOrd="0" presId="urn:microsoft.com/office/officeart/2005/8/layout/orgChart1"/>
    <dgm:cxn modelId="{62C5D899-A8AE-4717-992C-477A6B06DDEB}" type="presParOf" srcId="{DD06D88C-B5FA-42C1-98F0-2004D5E2F96C}" destId="{2F966C1F-32E2-459E-AE66-0DD69B6FB761}" srcOrd="0" destOrd="0" presId="urn:microsoft.com/office/officeart/2005/8/layout/orgChart1"/>
    <dgm:cxn modelId="{FDC19451-DFCF-42BC-9D71-70B2E81D5401}" type="presParOf" srcId="{DD06D88C-B5FA-42C1-98F0-2004D5E2F96C}" destId="{E4905E42-AD1D-40C3-98D2-01921D3B9B54}" srcOrd="1" destOrd="0" presId="urn:microsoft.com/office/officeart/2005/8/layout/orgChart1"/>
    <dgm:cxn modelId="{13901581-0625-4A55-A7C8-E70718DFE87E}" type="presParOf" srcId="{EA0C5610-C372-4B8B-A837-7A9D11A24A66}" destId="{0F8438ED-D041-45E4-8BA3-8A137D261B61}" srcOrd="1" destOrd="0" presId="urn:microsoft.com/office/officeart/2005/8/layout/orgChart1"/>
    <dgm:cxn modelId="{0B34EFD5-E2AC-492B-BD48-2B32E96F69A1}" type="presParOf" srcId="{EA0C5610-C372-4B8B-A837-7A9D11A24A66}" destId="{F1C60242-CEAF-40BA-88E9-93129E2A349E}" srcOrd="2" destOrd="0" presId="urn:microsoft.com/office/officeart/2005/8/layout/orgChart1"/>
    <dgm:cxn modelId="{1A48DE91-A5E4-4CB1-8E19-DE1249F86C65}" type="presParOf" srcId="{4221E0A3-A8C2-46A5-BD13-7B4B51C75867}" destId="{FE456F2F-2D47-4474-B1D0-81C36CFDA8FD}" srcOrd="2" destOrd="0" presId="urn:microsoft.com/office/officeart/2005/8/layout/orgChart1"/>
    <dgm:cxn modelId="{E65EFBEF-E8FB-4712-BBED-AC33D5AD4843}" type="presParOf" srcId="{64CCE1C4-F99A-40BE-8CAC-447A5D042560}" destId="{4119A9F9-0808-4DEF-8A0C-80E58C951893}" srcOrd="6" destOrd="0" presId="urn:microsoft.com/office/officeart/2005/8/layout/orgChart1"/>
    <dgm:cxn modelId="{5DE99F63-A215-401F-B169-7A841C3915DF}" type="presParOf" srcId="{64CCE1C4-F99A-40BE-8CAC-447A5D042560}" destId="{40F21A91-A0FD-477A-A9A2-6151FD542183}" srcOrd="7" destOrd="0" presId="urn:microsoft.com/office/officeart/2005/8/layout/orgChart1"/>
    <dgm:cxn modelId="{ACB5F59A-DB5D-4256-A647-9B928DB9B6BF}" type="presParOf" srcId="{40F21A91-A0FD-477A-A9A2-6151FD542183}" destId="{4DAEF699-3CD0-4995-847C-45E2FFEC2CDA}" srcOrd="0" destOrd="0" presId="urn:microsoft.com/office/officeart/2005/8/layout/orgChart1"/>
    <dgm:cxn modelId="{95958D84-D4AD-4162-99D9-96E5D82BCCF5}" type="presParOf" srcId="{4DAEF699-3CD0-4995-847C-45E2FFEC2CDA}" destId="{A4167EB5-AF3E-41D0-99B4-DCE14760B0DC}" srcOrd="0" destOrd="0" presId="urn:microsoft.com/office/officeart/2005/8/layout/orgChart1"/>
    <dgm:cxn modelId="{CF0BC635-7088-469A-A68C-4CE1FA1A3F60}" type="presParOf" srcId="{4DAEF699-3CD0-4995-847C-45E2FFEC2CDA}" destId="{0FE98911-6BFC-404F-958E-D455C4009069}" srcOrd="1" destOrd="0" presId="urn:microsoft.com/office/officeart/2005/8/layout/orgChart1"/>
    <dgm:cxn modelId="{85DA9225-2686-4BF1-A8CB-AE0B2F41D7FF}" type="presParOf" srcId="{40F21A91-A0FD-477A-A9A2-6151FD542183}" destId="{C388DD81-2FB8-4BD4-84C6-25816AD057A5}" srcOrd="1" destOrd="0" presId="urn:microsoft.com/office/officeart/2005/8/layout/orgChart1"/>
    <dgm:cxn modelId="{854F5BE6-081C-4105-9AA8-1086A3FC39FE}" type="presParOf" srcId="{C388DD81-2FB8-4BD4-84C6-25816AD057A5}" destId="{B32B82D1-2B88-4EF1-944E-1E542BCB25ED}" srcOrd="0" destOrd="0" presId="urn:microsoft.com/office/officeart/2005/8/layout/orgChart1"/>
    <dgm:cxn modelId="{8B14AF27-0312-4531-99E9-495DF330262B}" type="presParOf" srcId="{C388DD81-2FB8-4BD4-84C6-25816AD057A5}" destId="{4780250B-859B-4735-A6FC-0A1F3529FB05}" srcOrd="1" destOrd="0" presId="urn:microsoft.com/office/officeart/2005/8/layout/orgChart1"/>
    <dgm:cxn modelId="{097801F5-3C93-4780-8D99-9C9DE3D68B63}" type="presParOf" srcId="{4780250B-859B-4735-A6FC-0A1F3529FB05}" destId="{941BD293-2EBD-459D-AB6D-1C548F2F29CE}" srcOrd="0" destOrd="0" presId="urn:microsoft.com/office/officeart/2005/8/layout/orgChart1"/>
    <dgm:cxn modelId="{78D068A3-002D-49B4-A1F9-734DD7979308}" type="presParOf" srcId="{941BD293-2EBD-459D-AB6D-1C548F2F29CE}" destId="{957BB5E5-0276-4829-9381-7F3E0173859A}" srcOrd="0" destOrd="0" presId="urn:microsoft.com/office/officeart/2005/8/layout/orgChart1"/>
    <dgm:cxn modelId="{638603B1-E1C1-4111-9272-B7DB58BEED53}" type="presParOf" srcId="{941BD293-2EBD-459D-AB6D-1C548F2F29CE}" destId="{6ECC46AF-DF10-4C97-8AFA-E5444E90541F}" srcOrd="1" destOrd="0" presId="urn:microsoft.com/office/officeart/2005/8/layout/orgChart1"/>
    <dgm:cxn modelId="{C8D3469D-D4AC-4041-A7C4-B3C2CCC2F002}" type="presParOf" srcId="{4780250B-859B-4735-A6FC-0A1F3529FB05}" destId="{CA54C4B9-B289-4E1E-8904-0353D7F697DD}" srcOrd="1" destOrd="0" presId="urn:microsoft.com/office/officeart/2005/8/layout/orgChart1"/>
    <dgm:cxn modelId="{8C2EBA2A-0A87-45EC-8FC5-2896BF8F6D46}" type="presParOf" srcId="{4780250B-859B-4735-A6FC-0A1F3529FB05}" destId="{BCDE0DED-AD0B-4C99-9830-13DF00D23B12}" srcOrd="2" destOrd="0" presId="urn:microsoft.com/office/officeart/2005/8/layout/orgChart1"/>
    <dgm:cxn modelId="{F9E7EA95-06B2-4274-9BE6-C06A0456B2F7}" type="presParOf" srcId="{C388DD81-2FB8-4BD4-84C6-25816AD057A5}" destId="{D16A8238-0233-4CA5-AF75-931FE607A787}" srcOrd="2" destOrd="0" presId="urn:microsoft.com/office/officeart/2005/8/layout/orgChart1"/>
    <dgm:cxn modelId="{2D214FF8-DECF-4C6C-8E20-5EC5D290955E}" type="presParOf" srcId="{C388DD81-2FB8-4BD4-84C6-25816AD057A5}" destId="{0AC5B8AA-3E58-48E6-A45F-4BA27AD0A95B}" srcOrd="3" destOrd="0" presId="urn:microsoft.com/office/officeart/2005/8/layout/orgChart1"/>
    <dgm:cxn modelId="{D3D090BC-6468-4823-96A3-CF26420D005F}" type="presParOf" srcId="{0AC5B8AA-3E58-48E6-A45F-4BA27AD0A95B}" destId="{184FEB3B-A627-49BB-AD3D-FB9FA237E583}" srcOrd="0" destOrd="0" presId="urn:microsoft.com/office/officeart/2005/8/layout/orgChart1"/>
    <dgm:cxn modelId="{55219EE0-6544-407B-87BA-27B8B191869F}" type="presParOf" srcId="{184FEB3B-A627-49BB-AD3D-FB9FA237E583}" destId="{BF8B5041-E537-42DC-A1E6-50A364B8B353}" srcOrd="0" destOrd="0" presId="urn:microsoft.com/office/officeart/2005/8/layout/orgChart1"/>
    <dgm:cxn modelId="{28F3D9DE-A1D7-4692-96E4-DDACF924FA2C}" type="presParOf" srcId="{184FEB3B-A627-49BB-AD3D-FB9FA237E583}" destId="{7270E0C0-E1C4-4361-B238-1EB41AFF93AA}" srcOrd="1" destOrd="0" presId="urn:microsoft.com/office/officeart/2005/8/layout/orgChart1"/>
    <dgm:cxn modelId="{09AF71AA-DE98-4DAD-99BE-4480968E3C8F}" type="presParOf" srcId="{0AC5B8AA-3E58-48E6-A45F-4BA27AD0A95B}" destId="{E4F3604D-0B66-4A49-8F02-A8E73091E03E}" srcOrd="1" destOrd="0" presId="urn:microsoft.com/office/officeart/2005/8/layout/orgChart1"/>
    <dgm:cxn modelId="{CFC066BA-1640-428D-8EDE-7B8DA8E17004}" type="presParOf" srcId="{0AC5B8AA-3E58-48E6-A45F-4BA27AD0A95B}" destId="{2E107801-B517-42BD-BA51-3C2DF8DA2FAF}" srcOrd="2" destOrd="0" presId="urn:microsoft.com/office/officeart/2005/8/layout/orgChart1"/>
    <dgm:cxn modelId="{A2D7BA0F-B3B3-4BF2-9188-5CDA10FE51DB}" type="presParOf" srcId="{40F21A91-A0FD-477A-A9A2-6151FD542183}" destId="{164B5017-A5A0-4321-A3AC-4201B2F43C3F}" srcOrd="2" destOrd="0" presId="urn:microsoft.com/office/officeart/2005/8/layout/orgChart1"/>
    <dgm:cxn modelId="{AD8E2512-8002-462B-A66A-85D28B348D92}" type="presParOf" srcId="{352F962B-283D-48C2-866E-863ACA9FF2C5}" destId="{2C0B9203-7833-4F61-830B-B334F5AFBF1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6A8238-0233-4CA5-AF75-931FE607A787}">
      <dsp:nvSpPr>
        <dsp:cNvPr id="0" name=""/>
        <dsp:cNvSpPr/>
      </dsp:nvSpPr>
      <dsp:spPr>
        <a:xfrm>
          <a:off x="8819992" y="1399215"/>
          <a:ext cx="107227" cy="1229076"/>
        </a:xfrm>
        <a:custGeom>
          <a:avLst/>
          <a:gdLst/>
          <a:ahLst/>
          <a:cxnLst/>
          <a:rect l="0" t="0" r="0" b="0"/>
          <a:pathLst>
            <a:path>
              <a:moveTo>
                <a:pt x="0" y="0"/>
              </a:moveTo>
              <a:lnTo>
                <a:pt x="0" y="1229076"/>
              </a:lnTo>
              <a:lnTo>
                <a:pt x="107227" y="12290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2B82D1-2B88-4EF1-944E-1E542BCB25ED}">
      <dsp:nvSpPr>
        <dsp:cNvPr id="0" name=""/>
        <dsp:cNvSpPr/>
      </dsp:nvSpPr>
      <dsp:spPr>
        <a:xfrm>
          <a:off x="8819992" y="1399215"/>
          <a:ext cx="107227" cy="469204"/>
        </a:xfrm>
        <a:custGeom>
          <a:avLst/>
          <a:gdLst/>
          <a:ahLst/>
          <a:cxnLst/>
          <a:rect l="0" t="0" r="0" b="0"/>
          <a:pathLst>
            <a:path>
              <a:moveTo>
                <a:pt x="0" y="0"/>
              </a:moveTo>
              <a:lnTo>
                <a:pt x="0" y="469204"/>
              </a:lnTo>
              <a:lnTo>
                <a:pt x="107227" y="46920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9A9F9-0808-4DEF-8A0C-80E58C951893}">
      <dsp:nvSpPr>
        <dsp:cNvPr id="0" name=""/>
        <dsp:cNvSpPr/>
      </dsp:nvSpPr>
      <dsp:spPr>
        <a:xfrm>
          <a:off x="5303460" y="643131"/>
          <a:ext cx="3944629" cy="220962"/>
        </a:xfrm>
        <a:custGeom>
          <a:avLst/>
          <a:gdLst/>
          <a:ahLst/>
          <a:cxnLst/>
          <a:rect l="0" t="0" r="0" b="0"/>
          <a:pathLst>
            <a:path>
              <a:moveTo>
                <a:pt x="0" y="0"/>
              </a:moveTo>
              <a:lnTo>
                <a:pt x="0" y="108586"/>
              </a:lnTo>
              <a:lnTo>
                <a:pt x="3944629" y="108586"/>
              </a:lnTo>
              <a:lnTo>
                <a:pt x="3944629" y="2209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113471-29E4-4D73-9CEB-A926905F25B1}">
      <dsp:nvSpPr>
        <dsp:cNvPr id="0" name=""/>
        <dsp:cNvSpPr/>
      </dsp:nvSpPr>
      <dsp:spPr>
        <a:xfrm>
          <a:off x="5938729" y="1399215"/>
          <a:ext cx="104070" cy="3508692"/>
        </a:xfrm>
        <a:custGeom>
          <a:avLst/>
          <a:gdLst/>
          <a:ahLst/>
          <a:cxnLst/>
          <a:rect l="0" t="0" r="0" b="0"/>
          <a:pathLst>
            <a:path>
              <a:moveTo>
                <a:pt x="0" y="0"/>
              </a:moveTo>
              <a:lnTo>
                <a:pt x="0" y="3508692"/>
              </a:lnTo>
              <a:lnTo>
                <a:pt x="104070" y="350869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B7DCDC-F77F-4587-9ABC-97C2E314472F}">
      <dsp:nvSpPr>
        <dsp:cNvPr id="0" name=""/>
        <dsp:cNvSpPr/>
      </dsp:nvSpPr>
      <dsp:spPr>
        <a:xfrm>
          <a:off x="5938729" y="1399215"/>
          <a:ext cx="104070" cy="2748820"/>
        </a:xfrm>
        <a:custGeom>
          <a:avLst/>
          <a:gdLst/>
          <a:ahLst/>
          <a:cxnLst/>
          <a:rect l="0" t="0" r="0" b="0"/>
          <a:pathLst>
            <a:path>
              <a:moveTo>
                <a:pt x="0" y="0"/>
              </a:moveTo>
              <a:lnTo>
                <a:pt x="0" y="2748820"/>
              </a:lnTo>
              <a:lnTo>
                <a:pt x="104070" y="27488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09A578-0CC0-4E81-8E2B-CDBD5EED0158}">
      <dsp:nvSpPr>
        <dsp:cNvPr id="0" name=""/>
        <dsp:cNvSpPr/>
      </dsp:nvSpPr>
      <dsp:spPr>
        <a:xfrm>
          <a:off x="5938729" y="1399215"/>
          <a:ext cx="104070" cy="1988948"/>
        </a:xfrm>
        <a:custGeom>
          <a:avLst/>
          <a:gdLst/>
          <a:ahLst/>
          <a:cxnLst/>
          <a:rect l="0" t="0" r="0" b="0"/>
          <a:pathLst>
            <a:path>
              <a:moveTo>
                <a:pt x="0" y="0"/>
              </a:moveTo>
              <a:lnTo>
                <a:pt x="0" y="1988948"/>
              </a:lnTo>
              <a:lnTo>
                <a:pt x="104070" y="198894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219EC8-F536-437A-8607-CCA5D6449E40}">
      <dsp:nvSpPr>
        <dsp:cNvPr id="0" name=""/>
        <dsp:cNvSpPr/>
      </dsp:nvSpPr>
      <dsp:spPr>
        <a:xfrm>
          <a:off x="5938729" y="1399215"/>
          <a:ext cx="104070" cy="1229076"/>
        </a:xfrm>
        <a:custGeom>
          <a:avLst/>
          <a:gdLst/>
          <a:ahLst/>
          <a:cxnLst/>
          <a:rect l="0" t="0" r="0" b="0"/>
          <a:pathLst>
            <a:path>
              <a:moveTo>
                <a:pt x="0" y="0"/>
              </a:moveTo>
              <a:lnTo>
                <a:pt x="0" y="1229076"/>
              </a:lnTo>
              <a:lnTo>
                <a:pt x="104070" y="12290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E00841-B2EA-4EEC-82EA-00A4D2C39F6B}">
      <dsp:nvSpPr>
        <dsp:cNvPr id="0" name=""/>
        <dsp:cNvSpPr/>
      </dsp:nvSpPr>
      <dsp:spPr>
        <a:xfrm>
          <a:off x="5938729" y="1399215"/>
          <a:ext cx="104070" cy="469204"/>
        </a:xfrm>
        <a:custGeom>
          <a:avLst/>
          <a:gdLst/>
          <a:ahLst/>
          <a:cxnLst/>
          <a:rect l="0" t="0" r="0" b="0"/>
          <a:pathLst>
            <a:path>
              <a:moveTo>
                <a:pt x="0" y="0"/>
              </a:moveTo>
              <a:lnTo>
                <a:pt x="0" y="469204"/>
              </a:lnTo>
              <a:lnTo>
                <a:pt x="104070" y="46920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5A5402-D2DF-43F7-A9D0-FBF12CD692EF}">
      <dsp:nvSpPr>
        <dsp:cNvPr id="0" name=""/>
        <dsp:cNvSpPr/>
      </dsp:nvSpPr>
      <dsp:spPr>
        <a:xfrm>
          <a:off x="5303460" y="643131"/>
          <a:ext cx="1347622" cy="220962"/>
        </a:xfrm>
        <a:custGeom>
          <a:avLst/>
          <a:gdLst/>
          <a:ahLst/>
          <a:cxnLst/>
          <a:rect l="0" t="0" r="0" b="0"/>
          <a:pathLst>
            <a:path>
              <a:moveTo>
                <a:pt x="0" y="0"/>
              </a:moveTo>
              <a:lnTo>
                <a:pt x="0" y="108586"/>
              </a:lnTo>
              <a:lnTo>
                <a:pt x="1347622" y="108586"/>
              </a:lnTo>
              <a:lnTo>
                <a:pt x="1347622" y="2209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18ABEA-6944-4C55-9669-DC48C6368058}">
      <dsp:nvSpPr>
        <dsp:cNvPr id="0" name=""/>
        <dsp:cNvSpPr/>
      </dsp:nvSpPr>
      <dsp:spPr>
        <a:xfrm>
          <a:off x="2994456" y="1399215"/>
          <a:ext cx="163923" cy="1229076"/>
        </a:xfrm>
        <a:custGeom>
          <a:avLst/>
          <a:gdLst/>
          <a:ahLst/>
          <a:cxnLst/>
          <a:rect l="0" t="0" r="0" b="0"/>
          <a:pathLst>
            <a:path>
              <a:moveTo>
                <a:pt x="0" y="0"/>
              </a:moveTo>
              <a:lnTo>
                <a:pt x="0" y="1229076"/>
              </a:lnTo>
              <a:lnTo>
                <a:pt x="163923" y="12290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AE9C39-71C8-4674-B992-CDAD80EADB4D}">
      <dsp:nvSpPr>
        <dsp:cNvPr id="0" name=""/>
        <dsp:cNvSpPr/>
      </dsp:nvSpPr>
      <dsp:spPr>
        <a:xfrm>
          <a:off x="2994456" y="1399215"/>
          <a:ext cx="163923" cy="469204"/>
        </a:xfrm>
        <a:custGeom>
          <a:avLst/>
          <a:gdLst/>
          <a:ahLst/>
          <a:cxnLst/>
          <a:rect l="0" t="0" r="0" b="0"/>
          <a:pathLst>
            <a:path>
              <a:moveTo>
                <a:pt x="0" y="0"/>
              </a:moveTo>
              <a:lnTo>
                <a:pt x="0" y="469204"/>
              </a:lnTo>
              <a:lnTo>
                <a:pt x="163923" y="46920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5F47B6-9E8B-4DF5-87DE-61E42A3C6467}">
      <dsp:nvSpPr>
        <dsp:cNvPr id="0" name=""/>
        <dsp:cNvSpPr/>
      </dsp:nvSpPr>
      <dsp:spPr>
        <a:xfrm>
          <a:off x="3739015" y="643131"/>
          <a:ext cx="1564445" cy="220962"/>
        </a:xfrm>
        <a:custGeom>
          <a:avLst/>
          <a:gdLst/>
          <a:ahLst/>
          <a:cxnLst/>
          <a:rect l="0" t="0" r="0" b="0"/>
          <a:pathLst>
            <a:path>
              <a:moveTo>
                <a:pt x="1564445" y="0"/>
              </a:moveTo>
              <a:lnTo>
                <a:pt x="1564445" y="108586"/>
              </a:lnTo>
              <a:lnTo>
                <a:pt x="0" y="108586"/>
              </a:lnTo>
              <a:lnTo>
                <a:pt x="0" y="2209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3CEE90-D709-46A2-9F4D-970522E2E68E}">
      <dsp:nvSpPr>
        <dsp:cNvPr id="0" name=""/>
        <dsp:cNvSpPr/>
      </dsp:nvSpPr>
      <dsp:spPr>
        <a:xfrm>
          <a:off x="113422" y="1376108"/>
          <a:ext cx="160536" cy="1252183"/>
        </a:xfrm>
        <a:custGeom>
          <a:avLst/>
          <a:gdLst/>
          <a:ahLst/>
          <a:cxnLst/>
          <a:rect l="0" t="0" r="0" b="0"/>
          <a:pathLst>
            <a:path>
              <a:moveTo>
                <a:pt x="0" y="0"/>
              </a:moveTo>
              <a:lnTo>
                <a:pt x="0" y="1252183"/>
              </a:lnTo>
              <a:lnTo>
                <a:pt x="160536" y="125218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CEFEE0-4BCD-4EFD-8A97-BAADB8E6AA8F}">
      <dsp:nvSpPr>
        <dsp:cNvPr id="0" name=""/>
        <dsp:cNvSpPr/>
      </dsp:nvSpPr>
      <dsp:spPr>
        <a:xfrm>
          <a:off x="113422" y="1376108"/>
          <a:ext cx="160536" cy="492311"/>
        </a:xfrm>
        <a:custGeom>
          <a:avLst/>
          <a:gdLst/>
          <a:ahLst/>
          <a:cxnLst/>
          <a:rect l="0" t="0" r="0" b="0"/>
          <a:pathLst>
            <a:path>
              <a:moveTo>
                <a:pt x="0" y="0"/>
              </a:moveTo>
              <a:lnTo>
                <a:pt x="0" y="492311"/>
              </a:lnTo>
              <a:lnTo>
                <a:pt x="160536" y="49231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68BD1F-200A-41E4-A58E-7895941552A4}">
      <dsp:nvSpPr>
        <dsp:cNvPr id="0" name=""/>
        <dsp:cNvSpPr/>
      </dsp:nvSpPr>
      <dsp:spPr>
        <a:xfrm>
          <a:off x="541519" y="643131"/>
          <a:ext cx="4761940" cy="197855"/>
        </a:xfrm>
        <a:custGeom>
          <a:avLst/>
          <a:gdLst/>
          <a:ahLst/>
          <a:cxnLst/>
          <a:rect l="0" t="0" r="0" b="0"/>
          <a:pathLst>
            <a:path>
              <a:moveTo>
                <a:pt x="4761940" y="0"/>
              </a:moveTo>
              <a:lnTo>
                <a:pt x="4761940" y="85480"/>
              </a:lnTo>
              <a:lnTo>
                <a:pt x="0" y="85480"/>
              </a:lnTo>
              <a:lnTo>
                <a:pt x="0" y="19785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D6C10E-D3C7-4ACA-AD38-ECECBDF5BFA5}">
      <dsp:nvSpPr>
        <dsp:cNvPr id="0" name=""/>
        <dsp:cNvSpPr/>
      </dsp:nvSpPr>
      <dsp:spPr>
        <a:xfrm>
          <a:off x="4680520" y="108010"/>
          <a:ext cx="124587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Research Types</a:t>
          </a:r>
        </a:p>
      </dsp:txBody>
      <dsp:txXfrm>
        <a:off x="4680520" y="108010"/>
        <a:ext cx="1245879" cy="535121"/>
      </dsp:txXfrm>
    </dsp:sp>
    <dsp:sp modelId="{961656AC-E94B-476B-A738-B1BF2B6DB598}">
      <dsp:nvSpPr>
        <dsp:cNvPr id="0" name=""/>
        <dsp:cNvSpPr/>
      </dsp:nvSpPr>
      <dsp:spPr>
        <a:xfrm>
          <a:off x="6398" y="840987"/>
          <a:ext cx="1070242"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i="0" kern="1200" dirty="0"/>
            <a:t>By Purpose</a:t>
          </a:r>
          <a:endParaRPr lang="en-US" sz="1800" kern="1200" dirty="0"/>
        </a:p>
      </dsp:txBody>
      <dsp:txXfrm>
        <a:off x="6398" y="840987"/>
        <a:ext cx="1070242" cy="535121"/>
      </dsp:txXfrm>
    </dsp:sp>
    <dsp:sp modelId="{AE5D8674-4FED-41A5-87F3-B8AABBAFB49C}">
      <dsp:nvSpPr>
        <dsp:cNvPr id="0" name=""/>
        <dsp:cNvSpPr/>
      </dsp:nvSpPr>
      <dsp:spPr>
        <a:xfrm>
          <a:off x="273958" y="1600859"/>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Fundamental (Basic) Research</a:t>
          </a:r>
          <a:endParaRPr lang="en-US" sz="1800" kern="1200" dirty="0"/>
        </a:p>
      </dsp:txBody>
      <dsp:txXfrm>
        <a:off x="273958" y="1600859"/>
        <a:ext cx="2659669" cy="535121"/>
      </dsp:txXfrm>
    </dsp:sp>
    <dsp:sp modelId="{D7DA458D-7210-4318-B0BA-992B1AEA9FDE}">
      <dsp:nvSpPr>
        <dsp:cNvPr id="0" name=""/>
        <dsp:cNvSpPr/>
      </dsp:nvSpPr>
      <dsp:spPr>
        <a:xfrm>
          <a:off x="273958" y="2360731"/>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Applied Research</a:t>
          </a:r>
          <a:endParaRPr lang="en-US" sz="1800" kern="1200" dirty="0"/>
        </a:p>
      </dsp:txBody>
      <dsp:txXfrm>
        <a:off x="273958" y="2360731"/>
        <a:ext cx="2659669" cy="535121"/>
      </dsp:txXfrm>
    </dsp:sp>
    <dsp:sp modelId="{C816F867-1FAE-437B-996B-3A22B60AB865}">
      <dsp:nvSpPr>
        <dsp:cNvPr id="0" name=""/>
        <dsp:cNvSpPr/>
      </dsp:nvSpPr>
      <dsp:spPr>
        <a:xfrm>
          <a:off x="2808316" y="864094"/>
          <a:ext cx="1861397"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i="0" kern="1200" dirty="0"/>
            <a:t>By Methodology</a:t>
          </a:r>
          <a:endParaRPr lang="en-US" sz="1800" kern="1200" dirty="0"/>
        </a:p>
      </dsp:txBody>
      <dsp:txXfrm>
        <a:off x="2808316" y="864094"/>
        <a:ext cx="1861397" cy="535121"/>
      </dsp:txXfrm>
    </dsp:sp>
    <dsp:sp modelId="{8FB56402-AAAF-481D-9EB1-A4D99A20A591}">
      <dsp:nvSpPr>
        <dsp:cNvPr id="0" name=""/>
        <dsp:cNvSpPr/>
      </dsp:nvSpPr>
      <dsp:spPr>
        <a:xfrm>
          <a:off x="3158379" y="1600859"/>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Quantitative Research</a:t>
          </a:r>
          <a:endParaRPr lang="en-US" sz="1800" kern="1200" dirty="0"/>
        </a:p>
      </dsp:txBody>
      <dsp:txXfrm>
        <a:off x="3158379" y="1600859"/>
        <a:ext cx="2659669" cy="535121"/>
      </dsp:txXfrm>
    </dsp:sp>
    <dsp:sp modelId="{4FD3DEA4-6B0C-4A7D-A524-6D651B568B75}">
      <dsp:nvSpPr>
        <dsp:cNvPr id="0" name=""/>
        <dsp:cNvSpPr/>
      </dsp:nvSpPr>
      <dsp:spPr>
        <a:xfrm>
          <a:off x="3158379" y="2360731"/>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Qualitative Research</a:t>
          </a:r>
          <a:endParaRPr lang="en-US" sz="1800" kern="1200" dirty="0"/>
        </a:p>
      </dsp:txBody>
      <dsp:txXfrm>
        <a:off x="3158379" y="2360731"/>
        <a:ext cx="2659669" cy="535121"/>
      </dsp:txXfrm>
    </dsp:sp>
    <dsp:sp modelId="{5ACFAA57-D6D6-40CE-AC22-5836CA2D2E47}">
      <dsp:nvSpPr>
        <dsp:cNvPr id="0" name=""/>
        <dsp:cNvSpPr/>
      </dsp:nvSpPr>
      <dsp:spPr>
        <a:xfrm>
          <a:off x="5760641" y="864094"/>
          <a:ext cx="1780883"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By Approach</a:t>
          </a:r>
        </a:p>
      </dsp:txBody>
      <dsp:txXfrm>
        <a:off x="5760641" y="864094"/>
        <a:ext cx="1780883" cy="535121"/>
      </dsp:txXfrm>
    </dsp:sp>
    <dsp:sp modelId="{26F2C5FC-DCE3-4D34-8D0E-71F1A44F131E}">
      <dsp:nvSpPr>
        <dsp:cNvPr id="0" name=""/>
        <dsp:cNvSpPr/>
      </dsp:nvSpPr>
      <dsp:spPr>
        <a:xfrm>
          <a:off x="6042799" y="1600859"/>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Descriptive Research</a:t>
          </a:r>
          <a:endParaRPr lang="en-US" sz="1800" kern="1200" dirty="0"/>
        </a:p>
      </dsp:txBody>
      <dsp:txXfrm>
        <a:off x="6042799" y="1600859"/>
        <a:ext cx="2659669" cy="535121"/>
      </dsp:txXfrm>
    </dsp:sp>
    <dsp:sp modelId="{CD26A819-A921-406B-9C21-AC97913D480F}">
      <dsp:nvSpPr>
        <dsp:cNvPr id="0" name=""/>
        <dsp:cNvSpPr/>
      </dsp:nvSpPr>
      <dsp:spPr>
        <a:xfrm>
          <a:off x="6042799" y="2360731"/>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Analytical Research</a:t>
          </a:r>
          <a:endParaRPr lang="en-US" sz="1800" kern="1200" dirty="0"/>
        </a:p>
      </dsp:txBody>
      <dsp:txXfrm>
        <a:off x="6042799" y="2360731"/>
        <a:ext cx="2659669" cy="535121"/>
      </dsp:txXfrm>
    </dsp:sp>
    <dsp:sp modelId="{4F456886-2EDA-4D49-966A-0298D5367D94}">
      <dsp:nvSpPr>
        <dsp:cNvPr id="0" name=""/>
        <dsp:cNvSpPr/>
      </dsp:nvSpPr>
      <dsp:spPr>
        <a:xfrm>
          <a:off x="6042799" y="3120603"/>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Empirical Research</a:t>
          </a:r>
          <a:endParaRPr lang="en-US" sz="1800" kern="1200" dirty="0"/>
        </a:p>
      </dsp:txBody>
      <dsp:txXfrm>
        <a:off x="6042799" y="3120603"/>
        <a:ext cx="2659669" cy="535121"/>
      </dsp:txXfrm>
    </dsp:sp>
    <dsp:sp modelId="{246BBA95-0D52-480C-A7AE-F295DC2B5F77}">
      <dsp:nvSpPr>
        <dsp:cNvPr id="0" name=""/>
        <dsp:cNvSpPr/>
      </dsp:nvSpPr>
      <dsp:spPr>
        <a:xfrm>
          <a:off x="6042799" y="3880475"/>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Conceptual Research</a:t>
          </a:r>
          <a:endParaRPr lang="en-US" sz="1800" kern="1200" dirty="0"/>
        </a:p>
      </dsp:txBody>
      <dsp:txXfrm>
        <a:off x="6042799" y="3880475"/>
        <a:ext cx="2659669" cy="535121"/>
      </dsp:txXfrm>
    </dsp:sp>
    <dsp:sp modelId="{2F966C1F-32E2-459E-AE66-0DD69B6FB761}">
      <dsp:nvSpPr>
        <dsp:cNvPr id="0" name=""/>
        <dsp:cNvSpPr/>
      </dsp:nvSpPr>
      <dsp:spPr>
        <a:xfrm>
          <a:off x="6042799" y="4640347"/>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Exploratory Research</a:t>
          </a:r>
          <a:endParaRPr lang="en-US" sz="1800" kern="1200" dirty="0"/>
        </a:p>
      </dsp:txBody>
      <dsp:txXfrm>
        <a:off x="6042799" y="4640347"/>
        <a:ext cx="2659669" cy="535121"/>
      </dsp:txXfrm>
    </dsp:sp>
    <dsp:sp modelId="{A4167EB5-AF3E-41D0-99B4-DCE14760B0DC}">
      <dsp:nvSpPr>
        <dsp:cNvPr id="0" name=""/>
        <dsp:cNvSpPr/>
      </dsp:nvSpPr>
      <dsp:spPr>
        <a:xfrm>
          <a:off x="8712968" y="864094"/>
          <a:ext cx="1070242"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i="0" kern="1200" dirty="0"/>
            <a:t>By Design</a:t>
          </a:r>
          <a:endParaRPr lang="en-US" sz="1800" kern="1200" dirty="0"/>
        </a:p>
      </dsp:txBody>
      <dsp:txXfrm>
        <a:off x="8712968" y="864094"/>
        <a:ext cx="1070242" cy="535121"/>
      </dsp:txXfrm>
    </dsp:sp>
    <dsp:sp modelId="{957BB5E5-0276-4829-9381-7F3E0173859A}">
      <dsp:nvSpPr>
        <dsp:cNvPr id="0" name=""/>
        <dsp:cNvSpPr/>
      </dsp:nvSpPr>
      <dsp:spPr>
        <a:xfrm>
          <a:off x="8927220" y="1600859"/>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Cross-sectional Research</a:t>
          </a:r>
          <a:endParaRPr lang="en-US" sz="1800" kern="1200" dirty="0"/>
        </a:p>
      </dsp:txBody>
      <dsp:txXfrm>
        <a:off x="8927220" y="1600859"/>
        <a:ext cx="2659669" cy="535121"/>
      </dsp:txXfrm>
    </dsp:sp>
    <dsp:sp modelId="{BF8B5041-E537-42DC-A1E6-50A364B8B353}">
      <dsp:nvSpPr>
        <dsp:cNvPr id="0" name=""/>
        <dsp:cNvSpPr/>
      </dsp:nvSpPr>
      <dsp:spPr>
        <a:xfrm>
          <a:off x="8927220" y="2360731"/>
          <a:ext cx="2659669" cy="53512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Longitudinal Research</a:t>
          </a:r>
          <a:endParaRPr lang="en-US" sz="1800" kern="1200" dirty="0"/>
        </a:p>
      </dsp:txBody>
      <dsp:txXfrm>
        <a:off x="8927220" y="2360731"/>
        <a:ext cx="2659669" cy="53512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5F88E8-A384-43EF-AD47-7131EA31A48D}" type="datetimeFigureOut">
              <a:rPr lang="de-DE" smtClean="0"/>
              <a:pPr/>
              <a:t>01.12.2025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D75B27-EA39-4F13-BC45-9C0ECB6C1EEB}" type="slidenum">
              <a:rPr lang="de-DE" smtClean="0"/>
              <a:pPr/>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a:t>
            </a:fld>
            <a:endParaRPr lang="de-DE"/>
          </a:p>
        </p:txBody>
      </p:sp>
    </p:spTree>
    <p:extLst>
      <p:ext uri="{BB962C8B-B14F-4D97-AF65-F5344CB8AC3E}">
        <p14:creationId xmlns:p14="http://schemas.microsoft.com/office/powerpoint/2010/main" val="350897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6</a:t>
            </a:fld>
            <a:endParaRPr lang="de-DE"/>
          </a:p>
        </p:txBody>
      </p:sp>
    </p:spTree>
    <p:extLst>
      <p:ext uri="{BB962C8B-B14F-4D97-AF65-F5344CB8AC3E}">
        <p14:creationId xmlns:p14="http://schemas.microsoft.com/office/powerpoint/2010/main" val="1867174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7</a:t>
            </a:fld>
            <a:endParaRPr lang="de-DE"/>
          </a:p>
        </p:txBody>
      </p:sp>
    </p:spTree>
    <p:extLst>
      <p:ext uri="{BB962C8B-B14F-4D97-AF65-F5344CB8AC3E}">
        <p14:creationId xmlns:p14="http://schemas.microsoft.com/office/powerpoint/2010/main" val="1298722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8</a:t>
            </a:fld>
            <a:endParaRPr lang="de-DE"/>
          </a:p>
        </p:txBody>
      </p:sp>
    </p:spTree>
    <p:extLst>
      <p:ext uri="{BB962C8B-B14F-4D97-AF65-F5344CB8AC3E}">
        <p14:creationId xmlns:p14="http://schemas.microsoft.com/office/powerpoint/2010/main" val="3943811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9</a:t>
            </a:fld>
            <a:endParaRPr lang="de-DE"/>
          </a:p>
        </p:txBody>
      </p:sp>
    </p:spTree>
    <p:extLst>
      <p:ext uri="{BB962C8B-B14F-4D97-AF65-F5344CB8AC3E}">
        <p14:creationId xmlns:p14="http://schemas.microsoft.com/office/powerpoint/2010/main" val="913621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10</a:t>
            </a:fld>
            <a:endParaRPr lang="de-DE"/>
          </a:p>
        </p:txBody>
      </p:sp>
    </p:spTree>
    <p:extLst>
      <p:ext uri="{BB962C8B-B14F-4D97-AF65-F5344CB8AC3E}">
        <p14:creationId xmlns:p14="http://schemas.microsoft.com/office/powerpoint/2010/main" val="2561847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11</a:t>
            </a:fld>
            <a:endParaRPr lang="de-DE"/>
          </a:p>
        </p:txBody>
      </p:sp>
    </p:spTree>
    <p:extLst>
      <p:ext uri="{BB962C8B-B14F-4D97-AF65-F5344CB8AC3E}">
        <p14:creationId xmlns:p14="http://schemas.microsoft.com/office/powerpoint/2010/main" val="2628398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12</a:t>
            </a:fld>
            <a:endParaRPr lang="de-DE"/>
          </a:p>
        </p:txBody>
      </p:sp>
    </p:spTree>
    <p:extLst>
      <p:ext uri="{BB962C8B-B14F-4D97-AF65-F5344CB8AC3E}">
        <p14:creationId xmlns:p14="http://schemas.microsoft.com/office/powerpoint/2010/main" val="811506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13</a:t>
            </a:fld>
            <a:endParaRPr lang="de-DE"/>
          </a:p>
        </p:txBody>
      </p:sp>
    </p:spTree>
    <p:extLst>
      <p:ext uri="{BB962C8B-B14F-4D97-AF65-F5344CB8AC3E}">
        <p14:creationId xmlns:p14="http://schemas.microsoft.com/office/powerpoint/2010/main" val="427211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14</a:t>
            </a:fld>
            <a:endParaRPr lang="de-DE"/>
          </a:p>
        </p:txBody>
      </p:sp>
    </p:spTree>
    <p:extLst>
      <p:ext uri="{BB962C8B-B14F-4D97-AF65-F5344CB8AC3E}">
        <p14:creationId xmlns:p14="http://schemas.microsoft.com/office/powerpoint/2010/main" val="578156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15</a:t>
            </a:fld>
            <a:endParaRPr lang="de-DE"/>
          </a:p>
        </p:txBody>
      </p:sp>
    </p:spTree>
    <p:extLst>
      <p:ext uri="{BB962C8B-B14F-4D97-AF65-F5344CB8AC3E}">
        <p14:creationId xmlns:p14="http://schemas.microsoft.com/office/powerpoint/2010/main" val="2520003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16</a:t>
            </a:fld>
            <a:endParaRPr lang="de-DE"/>
          </a:p>
        </p:txBody>
      </p:sp>
    </p:spTree>
    <p:extLst>
      <p:ext uri="{BB962C8B-B14F-4D97-AF65-F5344CB8AC3E}">
        <p14:creationId xmlns:p14="http://schemas.microsoft.com/office/powerpoint/2010/main" val="2821620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17</a:t>
            </a:fld>
            <a:endParaRPr lang="de-DE"/>
          </a:p>
        </p:txBody>
      </p:sp>
    </p:spTree>
    <p:extLst>
      <p:ext uri="{BB962C8B-B14F-4D97-AF65-F5344CB8AC3E}">
        <p14:creationId xmlns:p14="http://schemas.microsoft.com/office/powerpoint/2010/main" val="2471208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18</a:t>
            </a:fld>
            <a:endParaRPr lang="de-DE"/>
          </a:p>
        </p:txBody>
      </p:sp>
    </p:spTree>
    <p:extLst>
      <p:ext uri="{BB962C8B-B14F-4D97-AF65-F5344CB8AC3E}">
        <p14:creationId xmlns:p14="http://schemas.microsoft.com/office/powerpoint/2010/main" val="4075531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19</a:t>
            </a:fld>
            <a:endParaRPr lang="de-DE"/>
          </a:p>
        </p:txBody>
      </p:sp>
    </p:spTree>
    <p:extLst>
      <p:ext uri="{BB962C8B-B14F-4D97-AF65-F5344CB8AC3E}">
        <p14:creationId xmlns:p14="http://schemas.microsoft.com/office/powerpoint/2010/main" val="548135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20</a:t>
            </a:fld>
            <a:endParaRPr lang="de-DE"/>
          </a:p>
        </p:txBody>
      </p:sp>
    </p:spTree>
    <p:extLst>
      <p:ext uri="{BB962C8B-B14F-4D97-AF65-F5344CB8AC3E}">
        <p14:creationId xmlns:p14="http://schemas.microsoft.com/office/powerpoint/2010/main" val="1153455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21</a:t>
            </a:fld>
            <a:endParaRPr lang="de-DE"/>
          </a:p>
        </p:txBody>
      </p:sp>
    </p:spTree>
    <p:extLst>
      <p:ext uri="{BB962C8B-B14F-4D97-AF65-F5344CB8AC3E}">
        <p14:creationId xmlns:p14="http://schemas.microsoft.com/office/powerpoint/2010/main" val="832535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22</a:t>
            </a:fld>
            <a:endParaRPr lang="de-DE"/>
          </a:p>
        </p:txBody>
      </p:sp>
    </p:spTree>
    <p:extLst>
      <p:ext uri="{BB962C8B-B14F-4D97-AF65-F5344CB8AC3E}">
        <p14:creationId xmlns:p14="http://schemas.microsoft.com/office/powerpoint/2010/main" val="3040844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23</a:t>
            </a:fld>
            <a:endParaRPr lang="de-DE"/>
          </a:p>
        </p:txBody>
      </p:sp>
    </p:spTree>
    <p:extLst>
      <p:ext uri="{BB962C8B-B14F-4D97-AF65-F5344CB8AC3E}">
        <p14:creationId xmlns:p14="http://schemas.microsoft.com/office/powerpoint/2010/main" val="623833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24</a:t>
            </a:fld>
            <a:endParaRPr lang="de-DE"/>
          </a:p>
        </p:txBody>
      </p:sp>
    </p:spTree>
    <p:extLst>
      <p:ext uri="{BB962C8B-B14F-4D97-AF65-F5344CB8AC3E}">
        <p14:creationId xmlns:p14="http://schemas.microsoft.com/office/powerpoint/2010/main" val="3859435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25</a:t>
            </a:fld>
            <a:endParaRPr lang="de-DE"/>
          </a:p>
        </p:txBody>
      </p:sp>
    </p:spTree>
    <p:extLst>
      <p:ext uri="{BB962C8B-B14F-4D97-AF65-F5344CB8AC3E}">
        <p14:creationId xmlns:p14="http://schemas.microsoft.com/office/powerpoint/2010/main" val="2521125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26</a:t>
            </a:fld>
            <a:endParaRPr lang="de-DE"/>
          </a:p>
        </p:txBody>
      </p:sp>
    </p:spTree>
    <p:extLst>
      <p:ext uri="{BB962C8B-B14F-4D97-AF65-F5344CB8AC3E}">
        <p14:creationId xmlns:p14="http://schemas.microsoft.com/office/powerpoint/2010/main" val="10042824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27</a:t>
            </a:fld>
            <a:endParaRPr lang="de-DE"/>
          </a:p>
        </p:txBody>
      </p:sp>
    </p:spTree>
    <p:extLst>
      <p:ext uri="{BB962C8B-B14F-4D97-AF65-F5344CB8AC3E}">
        <p14:creationId xmlns:p14="http://schemas.microsoft.com/office/powerpoint/2010/main" val="5165892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28</a:t>
            </a:fld>
            <a:endParaRPr lang="de-DE"/>
          </a:p>
        </p:txBody>
      </p:sp>
    </p:spTree>
    <p:extLst>
      <p:ext uri="{BB962C8B-B14F-4D97-AF65-F5344CB8AC3E}">
        <p14:creationId xmlns:p14="http://schemas.microsoft.com/office/powerpoint/2010/main" val="13123733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29</a:t>
            </a:fld>
            <a:endParaRPr lang="de-DE"/>
          </a:p>
        </p:txBody>
      </p:sp>
    </p:spTree>
    <p:extLst>
      <p:ext uri="{BB962C8B-B14F-4D97-AF65-F5344CB8AC3E}">
        <p14:creationId xmlns:p14="http://schemas.microsoft.com/office/powerpoint/2010/main" val="28037993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30</a:t>
            </a:fld>
            <a:endParaRPr lang="de-DE"/>
          </a:p>
        </p:txBody>
      </p:sp>
    </p:spTree>
    <p:extLst>
      <p:ext uri="{BB962C8B-B14F-4D97-AF65-F5344CB8AC3E}">
        <p14:creationId xmlns:p14="http://schemas.microsoft.com/office/powerpoint/2010/main" val="3431171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31</a:t>
            </a:fld>
            <a:endParaRPr lang="de-DE"/>
          </a:p>
        </p:txBody>
      </p:sp>
    </p:spTree>
    <p:extLst>
      <p:ext uri="{BB962C8B-B14F-4D97-AF65-F5344CB8AC3E}">
        <p14:creationId xmlns:p14="http://schemas.microsoft.com/office/powerpoint/2010/main" val="2796867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32</a:t>
            </a:fld>
            <a:endParaRPr lang="de-DE"/>
          </a:p>
        </p:txBody>
      </p:sp>
    </p:spTree>
    <p:extLst>
      <p:ext uri="{BB962C8B-B14F-4D97-AF65-F5344CB8AC3E}">
        <p14:creationId xmlns:p14="http://schemas.microsoft.com/office/powerpoint/2010/main" val="41773957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33</a:t>
            </a:fld>
            <a:endParaRPr lang="de-DE"/>
          </a:p>
        </p:txBody>
      </p:sp>
    </p:spTree>
    <p:extLst>
      <p:ext uri="{BB962C8B-B14F-4D97-AF65-F5344CB8AC3E}">
        <p14:creationId xmlns:p14="http://schemas.microsoft.com/office/powerpoint/2010/main" val="4266509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34</a:t>
            </a:fld>
            <a:endParaRPr lang="de-DE"/>
          </a:p>
        </p:txBody>
      </p:sp>
    </p:spTree>
    <p:extLst>
      <p:ext uri="{BB962C8B-B14F-4D97-AF65-F5344CB8AC3E}">
        <p14:creationId xmlns:p14="http://schemas.microsoft.com/office/powerpoint/2010/main" val="12419304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35</a:t>
            </a:fld>
            <a:endParaRPr lang="de-DE"/>
          </a:p>
        </p:txBody>
      </p:sp>
    </p:spTree>
    <p:extLst>
      <p:ext uri="{BB962C8B-B14F-4D97-AF65-F5344CB8AC3E}">
        <p14:creationId xmlns:p14="http://schemas.microsoft.com/office/powerpoint/2010/main" val="9316581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36</a:t>
            </a:fld>
            <a:endParaRPr lang="de-DE"/>
          </a:p>
        </p:txBody>
      </p:sp>
    </p:spTree>
    <p:extLst>
      <p:ext uri="{BB962C8B-B14F-4D97-AF65-F5344CB8AC3E}">
        <p14:creationId xmlns:p14="http://schemas.microsoft.com/office/powerpoint/2010/main" val="20742262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37</a:t>
            </a:fld>
            <a:endParaRPr lang="de-DE"/>
          </a:p>
        </p:txBody>
      </p:sp>
    </p:spTree>
    <p:extLst>
      <p:ext uri="{BB962C8B-B14F-4D97-AF65-F5344CB8AC3E}">
        <p14:creationId xmlns:p14="http://schemas.microsoft.com/office/powerpoint/2010/main" val="4401590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a:solidFill>
                  <a:schemeClr val="tx2"/>
                </a:solidFill>
                <a:effectLst>
                  <a:outerShdw dist="12700" dir="16200000" algn="t" rotWithShape="0">
                    <a:prstClr val="black">
                      <a:alpha val="40000"/>
                    </a:prstClr>
                  </a:outerShdw>
                </a:effectLst>
              </a:defRPr>
            </a:lvl1pPr>
          </a:lstStyle>
          <a:p>
            <a:r>
              <a:rPr lang="de-DE" dirty="0"/>
              <a:t>The </a:t>
            </a:r>
            <a:r>
              <a:rPr lang="de-DE" dirty="0" err="1"/>
              <a:t>Presentation</a:t>
            </a:r>
            <a:r>
              <a:rPr lang="de-DE" dirty="0"/>
              <a:t> Title</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11" name="Grafik 10" descr="arrow_next.png">
            <a:hlinkClick r:id="" action="ppaction://hlinkshowjump?jump=nextslide"/>
          </p:cNvPr>
          <p:cNvPicPr>
            <a:picLocks noChangeAspect="1"/>
          </p:cNvPicPr>
          <p:nvPr userDrawn="1"/>
        </p:nvPicPr>
        <p:blipFill>
          <a:blip r:embed="rId3" cstate="print"/>
          <a:stretch>
            <a:fillRect/>
          </a:stretch>
        </p:blipFill>
        <p:spPr>
          <a:xfrm>
            <a:off x="11228255" y="6191789"/>
            <a:ext cx="469900" cy="352425"/>
          </a:xfrm>
          <a:prstGeom prst="rect">
            <a:avLst/>
          </a:prstGeom>
        </p:spPr>
      </p:pic>
      <p:sp>
        <p:nvSpPr>
          <p:cNvPr id="13"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4" name="Grafik 23"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5" name="Grafik 24"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7CDB903-31BF-870B-0AFD-3C4F2BEC52F6}"/>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4F82ADD7-B33F-A479-D28E-987732E81A62}"/>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47F82A50-18B8-892F-10BD-5E578EAC9442}"/>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6BBF0FE4-B8A2-FA82-1C84-49AEE592301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2">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4" y="1556792"/>
            <a:ext cx="10561173" cy="1872208"/>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815414" y="3717032"/>
            <a:ext cx="1056117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5071FD52-D2F1-253E-52E1-FD4165240DA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6505E69-2BB7-6F99-AF66-A7ABBFC03F15}"/>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FD2380AE-6804-EF1E-F7D9-CB524288E624}"/>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5B06F30F-99E4-C74F-DD0A-4A22A813D17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3">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9"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1" name="Bildplatzhalter 2" descr="Click For Your Pic"/>
          <p:cNvSpPr>
            <a:spLocks noGrp="1"/>
          </p:cNvSpPr>
          <p:nvPr>
            <p:ph type="pic" idx="14" hasCustomPrompt="1"/>
          </p:nvPr>
        </p:nvSpPr>
        <p:spPr>
          <a:xfrm>
            <a:off x="4511824"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2" name="Bildplatzhalter 2" descr="Click For Your Pic"/>
          <p:cNvSpPr>
            <a:spLocks noGrp="1"/>
          </p:cNvSpPr>
          <p:nvPr>
            <p:ph type="pic" idx="15" hasCustomPrompt="1"/>
          </p:nvPr>
        </p:nvSpPr>
        <p:spPr>
          <a:xfrm>
            <a:off x="8208235"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3" name="Inhaltsplatzhalter 2"/>
          <p:cNvSpPr>
            <a:spLocks noGrp="1"/>
          </p:cNvSpPr>
          <p:nvPr>
            <p:ph idx="16" hasCustomPrompt="1"/>
          </p:nvPr>
        </p:nvSpPr>
        <p:spPr>
          <a:xfrm>
            <a:off x="4511824"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4" name="Inhaltsplatzhalter 2"/>
          <p:cNvSpPr>
            <a:spLocks noGrp="1"/>
          </p:cNvSpPr>
          <p:nvPr>
            <p:ph idx="17" hasCustomPrompt="1"/>
          </p:nvPr>
        </p:nvSpPr>
        <p:spPr>
          <a:xfrm>
            <a:off x="8208235"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6" name="Grafik 25" descr="arrow_back.png">
            <a:hlinkClick r:id="" action="ppaction://hlinkshowjump?jump=previousslide"/>
          </p:cNvPr>
          <p:cNvPicPr>
            <a:picLocks noChangeAspect="1"/>
          </p:cNvPicPr>
          <p:nvPr userDrawn="1"/>
        </p:nvPicPr>
        <p:blipFill>
          <a:blip r:embed="rId4" cstate="print"/>
          <a:stretch>
            <a:fillRect/>
          </a:stretch>
        </p:blipFill>
        <p:spPr>
          <a:xfrm>
            <a:off x="10228781" y="6209233"/>
            <a:ext cx="469900" cy="352425"/>
          </a:xfrm>
          <a:prstGeom prst="rect">
            <a:avLst/>
          </a:prstGeom>
        </p:spPr>
      </p:pic>
      <p:pic>
        <p:nvPicPr>
          <p:cNvPr id="27" name="Grafik 26"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3C98A9B-3A53-7144-E746-A6E95A5AE5FE}"/>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46B43EE-567F-1629-657A-21737C297731}"/>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0A9304C1-D815-5A20-D440-833129FB0BD8}"/>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B4CA40D1-35DD-5147-AD5E-23851123B75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4">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25" name="Inhaltsplatzhalter 2"/>
          <p:cNvSpPr>
            <a:spLocks noGrp="1"/>
          </p:cNvSpPr>
          <p:nvPr>
            <p:ph idx="20" hasCustomPrompt="1"/>
          </p:nvPr>
        </p:nvSpPr>
        <p:spPr>
          <a:xfrm>
            <a:off x="4559829" y="1700808"/>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7"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8" name="Bildplatzhalter 2" descr="Click For Your Pic"/>
          <p:cNvSpPr>
            <a:spLocks noGrp="1"/>
          </p:cNvSpPr>
          <p:nvPr>
            <p:ph type="pic" idx="22" hasCustomPrompt="1"/>
          </p:nvPr>
        </p:nvSpPr>
        <p:spPr>
          <a:xfrm>
            <a:off x="815413" y="2924944"/>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9" name="Bildplatzhalter 2" descr="Click For Your Pic"/>
          <p:cNvSpPr>
            <a:spLocks noGrp="1"/>
          </p:cNvSpPr>
          <p:nvPr>
            <p:ph type="pic" idx="23" hasCustomPrompt="1"/>
          </p:nvPr>
        </p:nvSpPr>
        <p:spPr>
          <a:xfrm>
            <a:off x="815413" y="4221088"/>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30" name="Inhaltsplatzhalter 2"/>
          <p:cNvSpPr>
            <a:spLocks noGrp="1"/>
          </p:cNvSpPr>
          <p:nvPr>
            <p:ph idx="24" hasCustomPrompt="1"/>
          </p:nvPr>
        </p:nvSpPr>
        <p:spPr>
          <a:xfrm>
            <a:off x="4559829" y="2996952"/>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31" name="Inhaltsplatzhalter 2"/>
          <p:cNvSpPr>
            <a:spLocks noGrp="1"/>
          </p:cNvSpPr>
          <p:nvPr>
            <p:ph idx="25" hasCustomPrompt="1"/>
          </p:nvPr>
        </p:nvSpPr>
        <p:spPr>
          <a:xfrm>
            <a:off x="4559829" y="4293096"/>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1" name="Grafik 20"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2" name="Grafik 21"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4FA0949-25BF-34C9-6EB4-3CC77CC7EA22}"/>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C8E22099-7698-0E9F-4E97-D7EB03B5FDE4}"/>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AE93DDEA-97C7-A2CB-013E-BF00D52B49A6}"/>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CB38F0F-D434-741C-B26C-82F03ACD79C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5">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Bildplatzhalter 2" descr="Click For Your Pic"/>
          <p:cNvSpPr>
            <a:spLocks noGrp="1"/>
          </p:cNvSpPr>
          <p:nvPr>
            <p:ph type="pic" idx="13" hasCustomPrompt="1"/>
          </p:nvPr>
        </p:nvSpPr>
        <p:spPr>
          <a:xfrm>
            <a:off x="6672064" y="1628800"/>
            <a:ext cx="4704523" cy="3384376"/>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218314"/>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4" name="Group 3">
            <a:extLst>
              <a:ext uri="{FF2B5EF4-FFF2-40B4-BE49-F238E27FC236}">
                <a16:creationId xmlns:a16="http://schemas.microsoft.com/office/drawing/2014/main" id="{9E8AC236-0F34-6D2B-A71C-E4072B6284B0}"/>
              </a:ext>
            </a:extLst>
          </p:cNvPr>
          <p:cNvGrpSpPr/>
          <p:nvPr userDrawn="1"/>
        </p:nvGrpSpPr>
        <p:grpSpPr>
          <a:xfrm>
            <a:off x="323697" y="5737453"/>
            <a:ext cx="9633103" cy="983432"/>
            <a:chOff x="323697" y="5737453"/>
            <a:chExt cx="9633103" cy="983432"/>
          </a:xfrm>
        </p:grpSpPr>
        <p:sp>
          <p:nvSpPr>
            <p:cNvPr id="19" name="Fußzeilenplatzhalter 4"/>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20" name="Fußzeilenplatzhalter 4"/>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3" name="Picture 2">
              <a:extLst>
                <a:ext uri="{FF2B5EF4-FFF2-40B4-BE49-F238E27FC236}">
                  <a16:creationId xmlns:a16="http://schemas.microsoft.com/office/drawing/2014/main" id="{13ED4484-FC4E-B90F-3460-A3B1613EC1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1" name="Bildplatzhalter 2" descr="Click For Your Pic"/>
          <p:cNvSpPr>
            <a:spLocks noGrp="1"/>
          </p:cNvSpPr>
          <p:nvPr>
            <p:ph type="pic" idx="14" hasCustomPrompt="1"/>
          </p:nvPr>
        </p:nvSpPr>
        <p:spPr>
          <a:xfrm>
            <a:off x="815413" y="1628800"/>
            <a:ext cx="4704523" cy="1800200"/>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12" name="Inhaltsplatzhalter 2"/>
          <p:cNvSpPr>
            <a:spLocks noGrp="1"/>
          </p:cNvSpPr>
          <p:nvPr>
            <p:ph idx="1" hasCustomPrompt="1"/>
          </p:nvPr>
        </p:nvSpPr>
        <p:spPr>
          <a:xfrm>
            <a:off x="815413" y="3717032"/>
            <a:ext cx="470452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3" name="Grafik 22" descr="arrow_back.png">
            <a:hlinkClick r:id="" action="ppaction://hlinkshowjump?jump=previousslide"/>
          </p:cNvPr>
          <p:cNvPicPr>
            <a:picLocks noChangeAspect="1"/>
          </p:cNvPicPr>
          <p:nvPr userDrawn="1"/>
        </p:nvPicPr>
        <p:blipFill>
          <a:blip r:embed="rId4" cstate="print"/>
          <a:stretch>
            <a:fillRect/>
          </a:stretch>
        </p:blipFill>
        <p:spPr>
          <a:xfrm>
            <a:off x="10264510" y="6199306"/>
            <a:ext cx="469900" cy="352425"/>
          </a:xfrm>
          <a:prstGeom prst="rect">
            <a:avLst/>
          </a:prstGeom>
        </p:spPr>
      </p:pic>
      <p:pic>
        <p:nvPicPr>
          <p:cNvPr id="24" name="Grafik 23"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D5FF1FC-ED78-4184-56E8-FB008544C1C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F3AF1B90-D214-545D-4885-BD8E0D9ED428}"/>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746556FE-6CBB-695B-0B28-E1B93B1954A5}"/>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EF66894-DD0D-2AA2-F63B-74FB98FE6A4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baseline="0">
                <a:solidFill>
                  <a:schemeClr val="tx2"/>
                </a:solidFill>
                <a:effectLst>
                  <a:outerShdw dist="12700" dir="16200000" algn="t" rotWithShape="0">
                    <a:prstClr val="black">
                      <a:alpha val="40000"/>
                    </a:prstClr>
                  </a:outerShdw>
                </a:effectLst>
              </a:defRPr>
            </a:lvl1pPr>
          </a:lstStyle>
          <a:p>
            <a:r>
              <a:rPr lang="de-DE" dirty="0"/>
              <a:t>Thanks!</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6" name="Grafik 5" descr="arrow_back.png">
            <a:hlinkClick r:id="" action="ppaction://hlinkshowjump?jump=previousslide"/>
          </p:cNvPr>
          <p:cNvPicPr>
            <a:picLocks noChangeAspect="1"/>
          </p:cNvPicPr>
          <p:nvPr userDrawn="1"/>
        </p:nvPicPr>
        <p:blipFill>
          <a:blip r:embed="rId3" cstate="print"/>
          <a:stretch>
            <a:fillRect/>
          </a:stretch>
        </p:blipFill>
        <p:spPr>
          <a:xfrm>
            <a:off x="10247595" y="6192394"/>
            <a:ext cx="469900" cy="352425"/>
          </a:xfrm>
          <a:prstGeom prst="rect">
            <a:avLst/>
          </a:prstGeom>
        </p:spPr>
      </p:pic>
      <p:pic>
        <p:nvPicPr>
          <p:cNvPr id="8" name="Grafik 7" descr="arrow_next.png">
            <a:hlinkClick r:id="" action="ppaction://hlinkshowjump?jump=endshow"/>
          </p:cNvPr>
          <p:cNvPicPr>
            <a:picLocks noChangeAspect="1"/>
          </p:cNvPicPr>
          <p:nvPr userDrawn="1"/>
        </p:nvPicPr>
        <p:blipFill>
          <a:blip r:embed="rId4" cstate="print"/>
          <a:stretch>
            <a:fillRect/>
          </a:stretch>
        </p:blipFill>
        <p:spPr>
          <a:xfrm>
            <a:off x="11228255" y="6191789"/>
            <a:ext cx="469900" cy="352425"/>
          </a:xfrm>
          <a:prstGeom prst="rect">
            <a:avLst/>
          </a:prstGeom>
        </p:spPr>
      </p:pic>
      <p:sp>
        <p:nvSpPr>
          <p:cNvPr id="10"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gi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25A2E9-89E1-4605-85B7-FCAC8D801E55}" type="datetime1">
              <a:rPr lang="de-DE" smtClean="0"/>
              <a:pPr/>
              <a:t>01.12.2025</a:t>
            </a:fld>
            <a:endParaRPr lang="de-DE"/>
          </a:p>
        </p:txBody>
      </p:sp>
      <p:sp>
        <p:nvSpPr>
          <p:cNvPr id="5" name="Fußzeilenplatzhalt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E49DB-545E-46CA-A06F-217AEC04D591}" type="slidenum">
              <a:rPr lang="de-DE" smtClean="0"/>
              <a:pPr/>
              <a:t>‹#›</a:t>
            </a:fld>
            <a:endParaRPr lang="de-DE"/>
          </a:p>
        </p:txBody>
      </p:sp>
      <p:pic>
        <p:nvPicPr>
          <p:cNvPr id="7" name="Grafik 6" descr="light-001.gif"/>
          <p:cNvPicPr>
            <a:picLocks noChangeAspect="1"/>
          </p:cNvPicPr>
          <p:nvPr/>
        </p:nvPicPr>
        <p:blipFill>
          <a:blip r:embed="rId10" cstate="print"/>
          <a:stretch>
            <a:fillRect/>
          </a:stretch>
        </p:blipFill>
        <p:spPr>
          <a:xfrm>
            <a:off x="2" y="3107532"/>
            <a:ext cx="12191997" cy="3750467"/>
          </a:xfrm>
          <a:prstGeom prst="rect">
            <a:avLst/>
          </a:prstGeom>
        </p:spPr>
      </p:pic>
      <p:sp>
        <p:nvSpPr>
          <p:cNvPr id="10" name="Foliennummernplatzhalter 5"/>
          <p:cNvSpPr txBox="1">
            <a:spLocks/>
          </p:cNvSpPr>
          <p:nvPr userDrawn="1"/>
        </p:nvSpPr>
        <p:spPr>
          <a:xfrm>
            <a:off x="10416480" y="6221836"/>
            <a:ext cx="732565" cy="365125"/>
          </a:xfrm>
          <a:prstGeom prst="rect">
            <a:avLst/>
          </a:prstGeom>
        </p:spPr>
        <p:txBody>
          <a:bodyPr anchor="t" anchorCtr="0"/>
          <a:lstStyle>
            <a:lvl1pPr algn="l">
              <a:defRPr sz="1400" b="1">
                <a:solidFill>
                  <a:schemeClr val="accent5"/>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2FE49DB-545E-46CA-A06F-217AEC04D591}" type="slidenum">
              <a:rPr kumimoji="0" lang="de-DE" sz="1400" b="1" i="0" u="none" strike="noStrike" kern="1200" cap="none" spc="0" normalizeH="0" baseline="0" noProof="0" smtClean="0">
                <a:ln>
                  <a:noFill/>
                </a:ln>
                <a:solidFill>
                  <a:schemeClr val="accent5"/>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1400" b="1" i="0" u="none" strike="noStrike" kern="1200" cap="none" spc="0" normalizeH="0" baseline="0" noProof="0" dirty="0">
              <a:ln>
                <a:noFill/>
              </a:ln>
              <a:solidFill>
                <a:schemeClr val="accent5"/>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3" r:id="rId4"/>
    <p:sldLayoutId id="2147483665" r:id="rId5"/>
    <p:sldLayoutId id="2147483662" r:id="rId6"/>
    <p:sldLayoutId id="2147483666" r:id="rId7"/>
    <p:sldLayoutId id="2147483667" r:id="rId8"/>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DB67E-0A6A-B517-55E6-8E9B8B702138}"/>
              </a:ext>
            </a:extLst>
          </p:cNvPr>
          <p:cNvSpPr>
            <a:spLocks noGrp="1"/>
          </p:cNvSpPr>
          <p:nvPr>
            <p:ph idx="10"/>
          </p:nvPr>
        </p:nvSpPr>
        <p:spPr/>
        <p:txBody>
          <a:bodyPr/>
          <a:lstStyle/>
          <a:p>
            <a:r>
              <a:rPr lang="en-US" sz="7200" dirty="0"/>
              <a:t>Research Fundamentals</a:t>
            </a:r>
          </a:p>
          <a:p>
            <a:r>
              <a:rPr lang="en-US" sz="7200" dirty="0"/>
              <a:t>Unit – I [4 </a:t>
            </a:r>
            <a:r>
              <a:rPr lang="en-US" sz="7200" dirty="0" err="1"/>
              <a:t>hrs</a:t>
            </a:r>
            <a:r>
              <a:rPr lang="en-US" sz="7200"/>
              <a:t>]</a:t>
            </a:r>
            <a:endParaRPr lang="en-US" sz="72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t>Unit I Introduction</a:t>
            </a:r>
          </a:p>
        </p:txBody>
      </p:sp>
      <p:sp>
        <p:nvSpPr>
          <p:cNvPr id="13" name="Inhaltsplatzhalter 3"/>
          <p:cNvSpPr>
            <a:spLocks noGrp="1"/>
          </p:cNvSpPr>
          <p:nvPr>
            <p:ph idx="1"/>
          </p:nvPr>
        </p:nvSpPr>
        <p:spPr>
          <a:xfrm>
            <a:off x="815414" y="1340768"/>
            <a:ext cx="10033115" cy="3960440"/>
          </a:xfrm>
        </p:spPr>
        <p:txBody>
          <a:bodyPr/>
          <a:lstStyle/>
          <a:p>
            <a:pPr indent="0"/>
            <a:r>
              <a:rPr lang="de-DE" sz="2000" b="1" dirty="0"/>
              <a:t>Contents</a:t>
            </a:r>
            <a:r>
              <a:rPr lang="de-DE" sz="2000" dirty="0"/>
              <a:t>	</a:t>
            </a:r>
          </a:p>
          <a:p>
            <a:pPr marL="342900" indent="-342900">
              <a:buAutoNum type="arabicPeriod"/>
            </a:pPr>
            <a:r>
              <a:rPr lang="de-DE" sz="2000" dirty="0"/>
              <a:t>What is Research?</a:t>
            </a:r>
          </a:p>
          <a:p>
            <a:pPr marL="342900" indent="-342900">
              <a:buAutoNum type="arabicPeriod"/>
            </a:pPr>
            <a:r>
              <a:rPr lang="de-DE" sz="2000" dirty="0"/>
              <a:t>Research Aim and Objectives</a:t>
            </a:r>
          </a:p>
          <a:p>
            <a:pPr marL="342900" indent="-342900">
              <a:buAutoNum type="arabicPeriod"/>
            </a:pPr>
            <a:r>
              <a:rPr lang="de-DE" sz="2000" dirty="0"/>
              <a:t>Features of Research</a:t>
            </a:r>
          </a:p>
          <a:p>
            <a:pPr marL="342900" indent="-342900">
              <a:buAutoNum type="arabicPeriod"/>
            </a:pPr>
            <a:r>
              <a:rPr lang="de-DE" sz="2000" dirty="0"/>
              <a:t>Types of Research </a:t>
            </a:r>
          </a:p>
          <a:p>
            <a:pPr marL="342900" indent="-342900">
              <a:buAutoNum type="arabicPeriod"/>
            </a:pPr>
            <a:r>
              <a:rPr lang="de-DE" sz="2000" dirty="0"/>
              <a:t>The 6Ps of Research</a:t>
            </a:r>
          </a:p>
          <a:p>
            <a:pPr marL="342900" indent="-342900">
              <a:buAutoNum type="arabicPeriod"/>
            </a:pPr>
            <a:r>
              <a:rPr lang="de-DE" sz="2000" dirty="0"/>
              <a:t>Purpose of research – reasons for doing research</a:t>
            </a:r>
          </a:p>
          <a:p>
            <a:pPr marL="342900" indent="-342900">
              <a:buAutoNum type="arabicPeriod"/>
            </a:pPr>
            <a:r>
              <a:rPr lang="de-DE" sz="2000" dirty="0"/>
              <a:t>Product of Research – outcome of research</a:t>
            </a:r>
          </a:p>
          <a:p>
            <a:pPr marL="342900" indent="-342900">
              <a:buAutoNum type="arabicPeriod"/>
            </a:pPr>
            <a:r>
              <a:rPr lang="de-DE" sz="2000" dirty="0"/>
              <a:t>Research and Project</a:t>
            </a:r>
          </a:p>
          <a:p>
            <a:pPr indent="0"/>
            <a:r>
              <a:rPr lang="de-DE" sz="2000" dirty="0"/>
              <a:t>Additional</a:t>
            </a:r>
          </a:p>
          <a:p>
            <a:pPr marL="342900" indent="-342900">
              <a:buFont typeface="Arial" panose="020B0604020202020204" pitchFamily="34" charset="0"/>
              <a:buChar char="•"/>
            </a:pPr>
            <a:r>
              <a:rPr lang="de-DE" sz="2000" dirty="0"/>
              <a:t>Characteristics of Research</a:t>
            </a:r>
          </a:p>
          <a:p>
            <a:pPr marL="162900" indent="-342900">
              <a:buFont typeface="+mj-lt"/>
              <a:buAutoNum type="arabicPeriod"/>
            </a:pPr>
            <a:endParaRPr lang="de-DE" sz="28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What is Research?</a:t>
            </a:r>
          </a:p>
        </p:txBody>
      </p:sp>
      <p:sp>
        <p:nvSpPr>
          <p:cNvPr id="13" name="Inhaltsplatzhalter 3"/>
          <p:cNvSpPr>
            <a:spLocks noGrp="1"/>
          </p:cNvSpPr>
          <p:nvPr>
            <p:ph idx="1"/>
          </p:nvPr>
        </p:nvSpPr>
        <p:spPr>
          <a:xfrm>
            <a:off x="815414" y="1340768"/>
            <a:ext cx="10033115" cy="3960440"/>
          </a:xfrm>
        </p:spPr>
        <p:txBody>
          <a:bodyPr/>
          <a:lstStyle/>
          <a:p>
            <a:pPr marL="457200" indent="-457200">
              <a:buFont typeface="Arial" panose="020B0604020202020204" pitchFamily="34" charset="0"/>
              <a:buChar char="•"/>
            </a:pPr>
            <a:r>
              <a:rPr lang="en-US" sz="2800" dirty="0"/>
              <a:t>In common language, </a:t>
            </a:r>
            <a:r>
              <a:rPr lang="en-US" sz="2800" b="1" dirty="0"/>
              <a:t>research</a:t>
            </a:r>
            <a:r>
              <a:rPr lang="en-US" sz="2800" dirty="0"/>
              <a:t> refers to a search for knowledge. </a:t>
            </a:r>
          </a:p>
          <a:p>
            <a:pPr marL="457200" indent="-457200">
              <a:buFont typeface="Arial" panose="020B0604020202020204" pitchFamily="34" charset="0"/>
              <a:buChar char="•"/>
            </a:pPr>
            <a:r>
              <a:rPr lang="en-US" sz="2800" dirty="0"/>
              <a:t>Research is the art of scientific investigation. </a:t>
            </a:r>
          </a:p>
          <a:p>
            <a:pPr marL="457200" indent="-457200">
              <a:buFont typeface="Arial" panose="020B0604020202020204" pitchFamily="34" charset="0"/>
              <a:buChar char="•"/>
            </a:pPr>
            <a:r>
              <a:rPr lang="en-US" sz="2800" dirty="0"/>
              <a:t>The dictionary definition of research is a careful investigation or inquiry, especially through the search for new facts in any branch of knowledge. </a:t>
            </a:r>
          </a:p>
          <a:p>
            <a:pPr marL="457200" indent="-457200">
              <a:buFont typeface="Arial" panose="020B0604020202020204" pitchFamily="34" charset="0"/>
              <a:buChar char="•"/>
            </a:pPr>
            <a:r>
              <a:rPr lang="en-US" sz="2800" dirty="0"/>
              <a:t>Some people consider research as a movement from the known to the unknown.</a:t>
            </a:r>
            <a:endParaRPr lang="de-DE" sz="2800" dirty="0"/>
          </a:p>
        </p:txBody>
      </p:sp>
    </p:spTree>
    <p:extLst>
      <p:ext uri="{BB962C8B-B14F-4D97-AF65-F5344CB8AC3E}">
        <p14:creationId xmlns:p14="http://schemas.microsoft.com/office/powerpoint/2010/main" val="134141222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What is Research?</a:t>
            </a:r>
          </a:p>
        </p:txBody>
      </p:sp>
      <p:sp>
        <p:nvSpPr>
          <p:cNvPr id="13" name="Inhaltsplatzhalter 3"/>
          <p:cNvSpPr>
            <a:spLocks noGrp="1"/>
          </p:cNvSpPr>
          <p:nvPr>
            <p:ph idx="1"/>
          </p:nvPr>
        </p:nvSpPr>
        <p:spPr>
          <a:xfrm>
            <a:off x="815414" y="1340768"/>
            <a:ext cx="10033115" cy="3960440"/>
          </a:xfrm>
        </p:spPr>
        <p:txBody>
          <a:bodyPr/>
          <a:lstStyle/>
          <a:p>
            <a:pPr marR="0" lvl="0" indent="0" algn="ctr" fontAlgn="base">
              <a:lnSpc>
                <a:spcPct val="103000"/>
              </a:lnSpc>
              <a:spcBef>
                <a:spcPts val="0"/>
              </a:spcBef>
              <a:spcAft>
                <a:spcPts val="2725"/>
              </a:spcAft>
              <a:buClr>
                <a:srgbClr val="2DA2BF"/>
              </a:buClr>
              <a:buSzPts val="1650"/>
            </a:pPr>
            <a:r>
              <a:rPr lang="en-US" sz="2800" u="none" strike="noStrike" kern="100" dirty="0">
                <a:solidFill>
                  <a:srgbClr val="000000"/>
                </a:solidFill>
                <a:effectLst/>
                <a:uFill>
                  <a:solidFill>
                    <a:srgbClr val="000000"/>
                  </a:solidFill>
                </a:uFill>
                <a:latin typeface="Lucida Sans Unicode" panose="020B0602030504020204" pitchFamily="34" charset="0"/>
                <a:ea typeface="Lucida Sans Unicode" panose="020B0602030504020204" pitchFamily="34" charset="0"/>
                <a:cs typeface="Wingdings 3" panose="05040102010807070707" pitchFamily="18" charset="2"/>
              </a:rPr>
              <a:t>“</a:t>
            </a:r>
            <a:r>
              <a:rPr lang="en-US" sz="2800" i="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Wingdings 3" panose="05040102010807070707" pitchFamily="18" charset="2"/>
              </a:rPr>
              <a:t>Research is a systematized effort to gain new knowledge</a:t>
            </a:r>
            <a:r>
              <a:rPr lang="en-US" sz="2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Wingdings 3" panose="05040102010807070707" pitchFamily="18" charset="2"/>
              </a:rPr>
              <a:t>.”</a:t>
            </a:r>
            <a:endParaRPr lang="en-US" sz="2800" u="none" strike="noStrike" kern="100" dirty="0">
              <a:solidFill>
                <a:srgbClr val="000000"/>
              </a:solidFill>
              <a:effectLst/>
              <a:uFill>
                <a:solidFill>
                  <a:srgbClr val="000000"/>
                </a:solidFill>
              </a:uFill>
              <a:latin typeface="Wingdings 3" panose="05040102010807070707" pitchFamily="18" charset="2"/>
              <a:ea typeface="Wingdings 3" panose="05040102010807070707" pitchFamily="18" charset="2"/>
              <a:cs typeface="Wingdings 3" panose="05040102010807070707" pitchFamily="18" charset="2"/>
            </a:endParaRPr>
          </a:p>
          <a:p>
            <a:pPr marL="219075" marR="0" indent="4929505" algn="l">
              <a:lnSpc>
                <a:spcPct val="103000"/>
              </a:lnSpc>
              <a:spcBef>
                <a:spcPts val="0"/>
              </a:spcBef>
              <a:spcAft>
                <a:spcPts val="255"/>
              </a:spcAft>
            </a:pPr>
            <a:r>
              <a:rPr lang="en-US" sz="2800" kern="100" dirty="0">
                <a:solidFill>
                  <a:srgbClr val="000000"/>
                </a:solidFill>
                <a:effectLst/>
                <a:latin typeface="Times New Roman" panose="02020603050405020304" pitchFamily="18" charset="0"/>
                <a:ea typeface="Times New Roman" panose="02020603050405020304" pitchFamily="18" charset="0"/>
              </a:rPr>
              <a:t>              —</a:t>
            </a:r>
            <a:r>
              <a:rPr lang="en-US" sz="2800" b="1" kern="100" dirty="0">
                <a:solidFill>
                  <a:srgbClr val="000000"/>
                </a:solidFill>
                <a:effectLst/>
                <a:latin typeface="Times New Roman" panose="02020603050405020304" pitchFamily="18" charset="0"/>
                <a:ea typeface="Times New Roman" panose="02020603050405020304" pitchFamily="18" charset="0"/>
              </a:rPr>
              <a:t>Redman and o </a:t>
            </a:r>
            <a:r>
              <a:rPr lang="en-US" sz="2800" b="1" kern="100" dirty="0" err="1">
                <a:solidFill>
                  <a:srgbClr val="000000"/>
                </a:solidFill>
                <a:effectLst/>
                <a:latin typeface="Times New Roman" panose="02020603050405020304" pitchFamily="18" charset="0"/>
                <a:ea typeface="Times New Roman" panose="02020603050405020304" pitchFamily="18" charset="0"/>
              </a:rPr>
              <a:t>Mory</a:t>
            </a:r>
            <a:r>
              <a:rPr lang="en-US" sz="2800" b="1" kern="100" dirty="0">
                <a:solidFill>
                  <a:srgbClr val="000000"/>
                </a:solidFill>
                <a:effectLst/>
                <a:latin typeface="Times New Roman" panose="02020603050405020304" pitchFamily="18" charset="0"/>
                <a:ea typeface="Times New Roman" panose="02020603050405020304" pitchFamily="18" charset="0"/>
              </a:rPr>
              <a:t> </a:t>
            </a:r>
            <a:endParaRPr lang="en-US" sz="2800" b="1" kern="100" dirty="0">
              <a:solidFill>
                <a:srgbClr val="2DA2BF"/>
              </a:solidFill>
              <a:latin typeface="Wingdings 3" panose="05040102010807070707" pitchFamily="18" charset="2"/>
              <a:ea typeface="Times New Roman" panose="02020603050405020304" pitchFamily="18" charset="0"/>
            </a:endParaRPr>
          </a:p>
          <a:p>
            <a:pPr marL="6350" marR="69850" indent="-6350" algn="ctr">
              <a:lnSpc>
                <a:spcPct val="107000"/>
              </a:lnSpc>
              <a:spcBef>
                <a:spcPts val="0"/>
              </a:spcBef>
              <a:spcAft>
                <a:spcPts val="20"/>
              </a:spcAft>
            </a:pPr>
            <a:endParaRPr lang="en-US" sz="2800" kern="100" dirty="0">
              <a:solidFill>
                <a:srgbClr val="000000"/>
              </a:solidFill>
              <a:effectLst/>
              <a:latin typeface="Times New Roman" panose="02020603050405020304" pitchFamily="18" charset="0"/>
              <a:ea typeface="Times New Roman" panose="02020603050405020304" pitchFamily="18" charset="0"/>
            </a:endParaRPr>
          </a:p>
          <a:p>
            <a:pPr marR="0" lvl="0" indent="0" algn="ctr" fontAlgn="base">
              <a:lnSpc>
                <a:spcPct val="103000"/>
              </a:lnSpc>
              <a:spcBef>
                <a:spcPts val="0"/>
              </a:spcBef>
              <a:spcAft>
                <a:spcPts val="395"/>
              </a:spcAft>
              <a:buClr>
                <a:srgbClr val="2DA2BF"/>
              </a:buClr>
              <a:buSzPts val="1650"/>
            </a:pPr>
            <a:r>
              <a:rPr lang="en-US" sz="2800" i="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Wingdings 3" panose="05040102010807070707" pitchFamily="18" charset="2"/>
              </a:rPr>
              <a:t>“The manipulation of things, concepts or symbols for the purpose of generalizing to extend, correct or verify Knowledge, whether that knowledge aids in construction of theory or in the practice of an art.” </a:t>
            </a:r>
            <a:endParaRPr lang="en-US" sz="1800" u="none" strike="noStrike" kern="100" dirty="0">
              <a:solidFill>
                <a:srgbClr val="000000"/>
              </a:solidFill>
              <a:effectLst/>
              <a:uFill>
                <a:solidFill>
                  <a:srgbClr val="000000"/>
                </a:solidFill>
              </a:uFill>
              <a:latin typeface="Wingdings 3" panose="05040102010807070707" pitchFamily="18" charset="2"/>
              <a:ea typeface="Wingdings 3" panose="05040102010807070707" pitchFamily="18" charset="2"/>
              <a:cs typeface="Wingdings 3" panose="05040102010807070707" pitchFamily="18" charset="2"/>
            </a:endParaRPr>
          </a:p>
          <a:p>
            <a:pPr marL="6350" marR="69850" indent="-6350" algn="l">
              <a:lnSpc>
                <a:spcPct val="107000"/>
              </a:lnSpc>
              <a:spcBef>
                <a:spcPts val="0"/>
              </a:spcBef>
              <a:spcAft>
                <a:spcPts val="20"/>
              </a:spcAft>
            </a:pPr>
            <a:endParaRPr lang="en-US" sz="2800" kern="100" dirty="0">
              <a:solidFill>
                <a:srgbClr val="000000"/>
              </a:solidFill>
              <a:effectLst/>
              <a:latin typeface="Times New Roman" panose="02020603050405020304" pitchFamily="18" charset="0"/>
              <a:ea typeface="Times New Roman" panose="02020603050405020304" pitchFamily="18" charset="0"/>
            </a:endParaRPr>
          </a:p>
          <a:p>
            <a:pPr marL="6350" marR="69850" indent="-6350" algn="r">
              <a:lnSpc>
                <a:spcPct val="107000"/>
              </a:lnSpc>
              <a:spcBef>
                <a:spcPts val="0"/>
              </a:spcBef>
              <a:spcAft>
                <a:spcPts val="20"/>
              </a:spcAft>
            </a:pPr>
            <a:r>
              <a:rPr lang="en-US" sz="2800" kern="100" dirty="0">
                <a:solidFill>
                  <a:srgbClr val="000000"/>
                </a:solidFill>
                <a:effectLst/>
                <a:latin typeface="Times New Roman" panose="02020603050405020304" pitchFamily="18" charset="0"/>
                <a:ea typeface="Times New Roman" panose="02020603050405020304" pitchFamily="18" charset="0"/>
              </a:rPr>
              <a:t>— </a:t>
            </a:r>
            <a:r>
              <a:rPr lang="en-US" sz="2800" b="1" kern="100" dirty="0">
                <a:solidFill>
                  <a:srgbClr val="000000"/>
                </a:solidFill>
                <a:effectLst/>
                <a:latin typeface="Times New Roman" panose="02020603050405020304" pitchFamily="18" charset="0"/>
                <a:ea typeface="Times New Roman" panose="02020603050405020304" pitchFamily="18" charset="0"/>
              </a:rPr>
              <a:t>D. </a:t>
            </a:r>
            <a:r>
              <a:rPr lang="en-US" sz="2800" b="1" kern="100" dirty="0" err="1">
                <a:solidFill>
                  <a:srgbClr val="000000"/>
                </a:solidFill>
                <a:effectLst/>
                <a:latin typeface="Times New Roman" panose="02020603050405020304" pitchFamily="18" charset="0"/>
                <a:ea typeface="Times New Roman" panose="02020603050405020304" pitchFamily="18" charset="0"/>
              </a:rPr>
              <a:t>Slesinger</a:t>
            </a:r>
            <a:r>
              <a:rPr lang="en-US" sz="2800" b="1" kern="100" dirty="0">
                <a:solidFill>
                  <a:srgbClr val="000000"/>
                </a:solidFill>
                <a:effectLst/>
                <a:latin typeface="Times New Roman" panose="02020603050405020304" pitchFamily="18" charset="0"/>
                <a:ea typeface="Times New Roman" panose="02020603050405020304" pitchFamily="18" charset="0"/>
              </a:rPr>
              <a:t> and M. Stephenson </a:t>
            </a:r>
          </a:p>
          <a:p>
            <a:pPr marL="6350" marR="69850" indent="-6350" algn="r">
              <a:lnSpc>
                <a:spcPct val="107000"/>
              </a:lnSpc>
              <a:spcBef>
                <a:spcPts val="0"/>
              </a:spcBef>
              <a:spcAft>
                <a:spcPts val="20"/>
              </a:spcAft>
            </a:pPr>
            <a:r>
              <a:rPr lang="en-US" sz="2800" b="1" kern="100" dirty="0">
                <a:solidFill>
                  <a:srgbClr val="000000"/>
                </a:solidFill>
                <a:effectLst/>
                <a:latin typeface="Times New Roman" panose="02020603050405020304" pitchFamily="18" charset="0"/>
                <a:ea typeface="Times New Roman" panose="02020603050405020304" pitchFamily="18" charset="0"/>
              </a:rPr>
              <a:t>in the Encyclopedia of Social Sciences</a:t>
            </a:r>
            <a:endParaRPr lang="en-US" sz="2800" b="1"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9751541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What is Research?</a:t>
            </a:r>
          </a:p>
        </p:txBody>
      </p:sp>
      <p:sp>
        <p:nvSpPr>
          <p:cNvPr id="13" name="Inhaltsplatzhalter 3"/>
          <p:cNvSpPr>
            <a:spLocks noGrp="1"/>
          </p:cNvSpPr>
          <p:nvPr>
            <p:ph idx="1"/>
          </p:nvPr>
        </p:nvSpPr>
        <p:spPr>
          <a:xfrm>
            <a:off x="815414" y="1340768"/>
            <a:ext cx="10033115" cy="3960440"/>
          </a:xfrm>
        </p:spPr>
        <p:txBody>
          <a:bodyPr/>
          <a:lstStyle/>
          <a:p>
            <a:pPr indent="0" algn="ctr" fontAlgn="base">
              <a:lnSpc>
                <a:spcPct val="96000"/>
              </a:lnSpc>
              <a:spcBef>
                <a:spcPts val="0"/>
              </a:spcBef>
              <a:spcAft>
                <a:spcPts val="390"/>
              </a:spcAft>
              <a:buClr>
                <a:srgbClr val="2DA2BF"/>
              </a:buClr>
              <a:buSzPts val="1650"/>
            </a:pPr>
            <a:r>
              <a:rPr lang="en-US" sz="32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Wingdings 3" panose="05040102010807070707" pitchFamily="18" charset="2"/>
              </a:rPr>
              <a:t>“</a:t>
            </a:r>
            <a:r>
              <a:rPr lang="en-US" sz="2800" i="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Wingdings 3" panose="05040102010807070707" pitchFamily="18" charset="2"/>
              </a:rPr>
              <a:t>Research comprises defining and redefining problems, formulating, hypothesis or suggested solution: collecting , organizing and evaluating data: making deductions and formulating hypothesis.</a:t>
            </a:r>
            <a:r>
              <a:rPr lang="en-US" sz="2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Wingdings 3" panose="05040102010807070707" pitchFamily="18" charset="2"/>
              </a:rPr>
              <a:t>”</a:t>
            </a:r>
            <a:endParaRPr lang="en-US" sz="2800" u="none" strike="noStrike" kern="100" dirty="0">
              <a:solidFill>
                <a:srgbClr val="000000"/>
              </a:solidFill>
              <a:effectLst/>
              <a:uFill>
                <a:solidFill>
                  <a:srgbClr val="000000"/>
                </a:solidFill>
              </a:uFill>
              <a:latin typeface="Wingdings 3" panose="05040102010807070707" pitchFamily="18" charset="2"/>
              <a:ea typeface="Wingdings 3" panose="05040102010807070707" pitchFamily="18" charset="2"/>
              <a:cs typeface="Wingdings 3" panose="05040102010807070707" pitchFamily="18" charset="2"/>
            </a:endParaRPr>
          </a:p>
          <a:p>
            <a:pPr marL="219075" marR="0" indent="4929505" algn="r">
              <a:lnSpc>
                <a:spcPct val="103000"/>
              </a:lnSpc>
              <a:spcBef>
                <a:spcPts val="0"/>
              </a:spcBef>
              <a:spcAft>
                <a:spcPts val="255"/>
              </a:spcAft>
            </a:pPr>
            <a:r>
              <a:rPr lang="en-US" sz="2800" kern="100" dirty="0">
                <a:solidFill>
                  <a:srgbClr val="000000"/>
                </a:solidFill>
                <a:effectLst/>
                <a:latin typeface="Times New Roman" panose="02020603050405020304" pitchFamily="18" charset="0"/>
                <a:ea typeface="Times New Roman" panose="02020603050405020304" pitchFamily="18" charset="0"/>
              </a:rPr>
              <a:t>              — </a:t>
            </a:r>
            <a:r>
              <a:rPr lang="en-US" sz="2800" b="1" kern="100" dirty="0">
                <a:solidFill>
                  <a:srgbClr val="000000"/>
                </a:solidFill>
                <a:effectLst/>
                <a:latin typeface="Times New Roman" panose="02020603050405020304" pitchFamily="18" charset="0"/>
                <a:ea typeface="Times New Roman" panose="02020603050405020304" pitchFamily="18" charset="0"/>
              </a:rPr>
              <a:t>Clifford Woody</a:t>
            </a:r>
            <a:endParaRPr lang="en-US" sz="2800" b="1" kern="100" dirty="0">
              <a:solidFill>
                <a:srgbClr val="2DA2BF"/>
              </a:solidFill>
              <a:latin typeface="Wingdings 3" panose="05040102010807070707" pitchFamily="18" charset="2"/>
              <a:ea typeface="Times New Roman" panose="02020603050405020304" pitchFamily="18" charset="0"/>
            </a:endParaRPr>
          </a:p>
          <a:p>
            <a:pPr marL="6350" marR="69850" indent="-6350" algn="ctr">
              <a:lnSpc>
                <a:spcPct val="107000"/>
              </a:lnSpc>
              <a:spcBef>
                <a:spcPts val="0"/>
              </a:spcBef>
              <a:spcAft>
                <a:spcPts val="20"/>
              </a:spcAft>
            </a:pPr>
            <a:endParaRPr lang="en-US" sz="2800" kern="100" dirty="0">
              <a:solidFill>
                <a:srgbClr val="000000"/>
              </a:solidFill>
              <a:effectLst/>
              <a:latin typeface="Times New Roman" panose="02020603050405020304" pitchFamily="18" charset="0"/>
              <a:ea typeface="Times New Roman" panose="02020603050405020304" pitchFamily="18" charset="0"/>
            </a:endParaRPr>
          </a:p>
          <a:p>
            <a:pPr marL="6350" marR="69850" indent="-6350" algn="ctr">
              <a:lnSpc>
                <a:spcPct val="107000"/>
              </a:lnSpc>
              <a:spcBef>
                <a:spcPts val="0"/>
              </a:spcBef>
              <a:spcAft>
                <a:spcPts val="20"/>
              </a:spcAft>
            </a:pPr>
            <a:r>
              <a:rPr lang="en-US" sz="2800" kern="100" dirty="0">
                <a:solidFill>
                  <a:srgbClr val="000000"/>
                </a:solidFill>
                <a:effectLst/>
                <a:latin typeface="Times New Roman" panose="02020603050405020304" pitchFamily="18" charset="0"/>
                <a:ea typeface="Times New Roman" panose="02020603050405020304" pitchFamily="18" charset="0"/>
              </a:rPr>
              <a:t>“</a:t>
            </a:r>
            <a:r>
              <a:rPr lang="en-US" sz="2800" i="1" kern="100" dirty="0">
                <a:solidFill>
                  <a:srgbClr val="000000"/>
                </a:solidFill>
                <a:latin typeface="Times New Roman" panose="02020603050405020304" pitchFamily="18" charset="0"/>
                <a:ea typeface="Times New Roman" panose="02020603050405020304" pitchFamily="18" charset="0"/>
              </a:rPr>
              <a:t>R</a:t>
            </a:r>
            <a:r>
              <a:rPr lang="en-US" sz="2800" i="1" kern="100" dirty="0">
                <a:solidFill>
                  <a:srgbClr val="000000"/>
                </a:solidFill>
                <a:effectLst/>
                <a:latin typeface="Times New Roman" panose="02020603050405020304" pitchFamily="18" charset="0"/>
                <a:ea typeface="Times New Roman" panose="02020603050405020304" pitchFamily="18" charset="0"/>
              </a:rPr>
              <a:t>esearch is a scientific and systematic search for relevant information on a specific topic.”</a:t>
            </a:r>
            <a:endParaRPr lang="en-US" sz="2800" kern="100" dirty="0">
              <a:solidFill>
                <a:srgbClr val="000000"/>
              </a:solidFill>
              <a:effectLst/>
              <a:latin typeface="Times New Roman" panose="02020603050405020304" pitchFamily="18" charset="0"/>
              <a:ea typeface="Times New Roman" panose="02020603050405020304" pitchFamily="18" charset="0"/>
            </a:endParaRPr>
          </a:p>
          <a:p>
            <a:pPr marL="6350" marR="69850" indent="-6350" algn="r">
              <a:lnSpc>
                <a:spcPct val="107000"/>
              </a:lnSpc>
              <a:spcBef>
                <a:spcPts val="0"/>
              </a:spcBef>
              <a:spcAft>
                <a:spcPts val="20"/>
              </a:spcAft>
            </a:pPr>
            <a:r>
              <a:rPr lang="en-US" sz="2800" kern="100" dirty="0">
                <a:solidFill>
                  <a:srgbClr val="000000"/>
                </a:solidFill>
                <a:effectLst/>
                <a:latin typeface="Times New Roman" panose="02020603050405020304" pitchFamily="18" charset="0"/>
                <a:ea typeface="Times New Roman" panose="02020603050405020304" pitchFamily="18" charset="0"/>
              </a:rPr>
              <a:t>—</a:t>
            </a:r>
            <a:r>
              <a:rPr lang="en-US" sz="2800" b="1" kern="100" dirty="0">
                <a:solidFill>
                  <a:srgbClr val="000000"/>
                </a:solidFill>
                <a:effectLst/>
                <a:latin typeface="Times New Roman" panose="02020603050405020304" pitchFamily="18" charset="0"/>
                <a:ea typeface="Times New Roman" panose="02020603050405020304" pitchFamily="18" charset="0"/>
              </a:rPr>
              <a:t>C. R. Kothari</a:t>
            </a:r>
            <a:endParaRPr lang="en-US" sz="2800" b="1" kern="100" dirty="0">
              <a:solidFill>
                <a:srgbClr val="000000"/>
              </a:solidFill>
              <a:latin typeface="Times New Roman" panose="02020603050405020304" pitchFamily="18" charset="0"/>
              <a:ea typeface="Times New Roman" panose="02020603050405020304" pitchFamily="18" charset="0"/>
            </a:endParaRPr>
          </a:p>
          <a:p>
            <a:pPr marL="6350" marR="69850" indent="-6350" algn="r">
              <a:lnSpc>
                <a:spcPct val="107000"/>
              </a:lnSpc>
              <a:spcBef>
                <a:spcPts val="0"/>
              </a:spcBef>
              <a:spcAft>
                <a:spcPts val="20"/>
              </a:spcAft>
            </a:pPr>
            <a:r>
              <a:rPr lang="en-US" sz="2800" b="1" kern="100" dirty="0">
                <a:solidFill>
                  <a:srgbClr val="000000"/>
                </a:solidFill>
                <a:effectLst/>
                <a:latin typeface="Times New Roman" panose="02020603050405020304" pitchFamily="18" charset="0"/>
                <a:ea typeface="Calibri" panose="020F0502020204030204" pitchFamily="34" charset="0"/>
              </a:rPr>
              <a:t>Research Methodology – Methods and Techniques</a:t>
            </a:r>
            <a:endParaRPr lang="en-US" sz="2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19839148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Aims</a:t>
            </a:r>
          </a:p>
        </p:txBody>
      </p:sp>
      <p:sp>
        <p:nvSpPr>
          <p:cNvPr id="13" name="Inhaltsplatzhalter 3"/>
          <p:cNvSpPr>
            <a:spLocks noGrp="1"/>
          </p:cNvSpPr>
          <p:nvPr>
            <p:ph idx="1"/>
          </p:nvPr>
        </p:nvSpPr>
        <p:spPr>
          <a:xfrm>
            <a:off x="815414" y="1340768"/>
            <a:ext cx="10753194" cy="3960440"/>
          </a:xfrm>
        </p:spPr>
        <p:txBody>
          <a:bodyPr/>
          <a:lstStyle/>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The primary aim of any type of research is to find out the reality and facts that are unknown.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The research aim expresses the intention or aspiration of the research study.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It </a:t>
            </a:r>
            <a:r>
              <a:rPr lang="en-US" sz="2000" kern="100" dirty="0" err="1">
                <a:solidFill>
                  <a:srgbClr val="000000"/>
                </a:solidFill>
                <a:effectLst/>
                <a:latin typeface="Calibri" panose="020F0502020204030204" pitchFamily="34" charset="0"/>
                <a:ea typeface="Calibri" panose="020F0502020204030204" pitchFamily="34" charset="0"/>
              </a:rPr>
              <a:t>summarises</a:t>
            </a:r>
            <a:r>
              <a:rPr lang="en-US" sz="2000" kern="100" dirty="0">
                <a:solidFill>
                  <a:srgbClr val="000000"/>
                </a:solidFill>
                <a:effectLst/>
                <a:latin typeface="Calibri" panose="020F0502020204030204" pitchFamily="34" charset="0"/>
                <a:ea typeface="Calibri" panose="020F0502020204030204" pitchFamily="34" charset="0"/>
              </a:rPr>
              <a:t> in a single sentence what you hope &amp; wish to achieve at the end of the research.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The aim should be specific and phrased by using the SMART concept specific, measurable, achievable, realistic, and time-bound.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Although each research aim has its reason for providing an answer to the research question, the aim of the research is:</a:t>
            </a:r>
          </a:p>
          <a:p>
            <a:pPr marL="1085850" lvl="1" indent="-342900" fontAlgn="base">
              <a:lnSpc>
                <a:spcPct val="96000"/>
              </a:lnSpc>
              <a:spcBef>
                <a:spcPts val="0"/>
              </a:spcBef>
              <a:spcAft>
                <a:spcPts val="390"/>
              </a:spcAft>
              <a:buClr>
                <a:srgbClr val="2DA2BF"/>
              </a:buClr>
              <a:buSzPts val="1650"/>
              <a:buFont typeface="+mj-lt"/>
              <a:buAutoNum type="arabicPeriod"/>
            </a:pPr>
            <a:r>
              <a:rPr lang="en-US" sz="2000" kern="100" dirty="0">
                <a:solidFill>
                  <a:srgbClr val="000000"/>
                </a:solidFill>
                <a:effectLst/>
                <a:latin typeface="Calibri" panose="020F0502020204030204" pitchFamily="34" charset="0"/>
                <a:ea typeface="Calibri" panose="020F0502020204030204" pitchFamily="34" charset="0"/>
              </a:rPr>
              <a:t>To achieve skillfulness or to get different opinions by investigating a problem that is not clearly defined (studies with these objectives are known as exploratory or formulative).</a:t>
            </a:r>
          </a:p>
          <a:p>
            <a:pPr marL="1085850" lvl="1" indent="-342900" fontAlgn="base">
              <a:lnSpc>
                <a:spcPct val="96000"/>
              </a:lnSpc>
              <a:spcBef>
                <a:spcPts val="0"/>
              </a:spcBef>
              <a:spcAft>
                <a:spcPts val="390"/>
              </a:spcAft>
              <a:buClr>
                <a:srgbClr val="2DA2BF"/>
              </a:buClr>
              <a:buSzPts val="1650"/>
              <a:buFont typeface="+mj-lt"/>
              <a:buAutoNum type="arabicPeriod"/>
            </a:pPr>
            <a:r>
              <a:rPr lang="en-US" sz="2000" kern="100" dirty="0">
                <a:solidFill>
                  <a:srgbClr val="000000"/>
                </a:solidFill>
                <a:effectLst/>
                <a:latin typeface="Calibri" panose="020F0502020204030204" pitchFamily="34" charset="0"/>
                <a:ea typeface="Calibri" panose="020F0502020204030204" pitchFamily="34" charset="0"/>
              </a:rPr>
              <a:t>To establish the relationship with something that occurs or is related i.e., a study concerning whether certain variables are associated (this is called diagnostic research).</a:t>
            </a:r>
          </a:p>
          <a:p>
            <a:pPr marL="1085850" lvl="1" indent="-342900" fontAlgn="base">
              <a:lnSpc>
                <a:spcPct val="96000"/>
              </a:lnSpc>
              <a:spcBef>
                <a:spcPts val="0"/>
              </a:spcBef>
              <a:spcAft>
                <a:spcPts val="390"/>
              </a:spcAft>
              <a:buClr>
                <a:srgbClr val="2DA2BF"/>
              </a:buClr>
              <a:buSzPts val="1650"/>
              <a:buFont typeface="+mj-lt"/>
              <a:buAutoNum type="arabicPeriod"/>
            </a:pPr>
            <a:r>
              <a:rPr lang="en-US" sz="2000" kern="100" dirty="0">
                <a:solidFill>
                  <a:srgbClr val="000000"/>
                </a:solidFill>
                <a:effectLst/>
                <a:latin typeface="Calibri" panose="020F0502020204030204" pitchFamily="34" charset="0"/>
                <a:ea typeface="Calibri" panose="020F0502020204030204" pitchFamily="34" charset="0"/>
              </a:rPr>
              <a:t>To test the hypothesis of a reasonable liaison between different variables and assess the plausibility by using sample data (this type of research falls into hypothesis-testing research).</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endParaRPr lang="en-US" sz="20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95886689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Aims</a:t>
            </a:r>
          </a:p>
        </p:txBody>
      </p:sp>
      <p:sp>
        <p:nvSpPr>
          <p:cNvPr id="13" name="Inhaltsplatzhalter 3"/>
          <p:cNvSpPr>
            <a:spLocks noGrp="1"/>
          </p:cNvSpPr>
          <p:nvPr>
            <p:ph idx="1"/>
          </p:nvPr>
        </p:nvSpPr>
        <p:spPr>
          <a:xfrm>
            <a:off x="815414" y="1340768"/>
            <a:ext cx="10753194" cy="4248472"/>
          </a:xfrm>
        </p:spPr>
        <p:txBody>
          <a:bodyPr/>
          <a:lstStyle/>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Here are a few examples of research aims:</a:t>
            </a:r>
          </a:p>
          <a:p>
            <a:pPr marL="1085850" lvl="1" indent="-342900" fontAlgn="base">
              <a:lnSpc>
                <a:spcPct val="96000"/>
              </a:lnSpc>
              <a:spcBef>
                <a:spcPts val="0"/>
              </a:spcBef>
              <a:spcAft>
                <a:spcPts val="390"/>
              </a:spcAft>
              <a:buClr>
                <a:srgbClr val="2DA2BF"/>
              </a:buClr>
              <a:buSzPts val="1650"/>
              <a:buFont typeface="Wingdings" panose="05000000000000000000" pitchFamily="2" charset="2"/>
              <a:buChar char="ü"/>
            </a:pPr>
            <a:r>
              <a:rPr lang="en-US" sz="2000" b="1" kern="100" dirty="0">
                <a:solidFill>
                  <a:srgbClr val="000000"/>
                </a:solidFill>
                <a:effectLst/>
                <a:latin typeface="Calibri" panose="020F0502020204030204" pitchFamily="34" charset="0"/>
                <a:ea typeface="Calibri" panose="020F0502020204030204" pitchFamily="34" charset="0"/>
              </a:rPr>
              <a:t>To explore and gain insights into the perceptions and experiences of individuals regarding the use of renewable energy sources in urban environments.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This aim aligns with exploratory research, aiming to gather diverse opinions and skillfulness on a topic without a clearly defined problem.</a:t>
            </a:r>
          </a:p>
          <a:p>
            <a:pPr marL="1085850" lvl="1" indent="-342900" fontAlgn="base">
              <a:lnSpc>
                <a:spcPct val="96000"/>
              </a:lnSpc>
              <a:spcBef>
                <a:spcPts val="0"/>
              </a:spcBef>
              <a:spcAft>
                <a:spcPts val="390"/>
              </a:spcAft>
              <a:buClr>
                <a:srgbClr val="2DA2BF"/>
              </a:buClr>
              <a:buSzPts val="1650"/>
              <a:buFont typeface="Wingdings" panose="05000000000000000000" pitchFamily="2" charset="2"/>
              <a:buChar char="ü"/>
            </a:pPr>
            <a:r>
              <a:rPr lang="en-US" sz="2000" b="1" kern="100" dirty="0">
                <a:solidFill>
                  <a:srgbClr val="000000"/>
                </a:solidFill>
                <a:effectLst/>
                <a:latin typeface="Calibri" panose="020F0502020204030204" pitchFamily="34" charset="0"/>
                <a:ea typeface="Calibri" panose="020F0502020204030204" pitchFamily="34" charset="0"/>
              </a:rPr>
              <a:t>To investigate the correlation between social media usage and mental health among adolescents.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This aim pertains to diagnostic research, aiming to establish a relationship between two variables, social media usage, and mental health.</a:t>
            </a:r>
          </a:p>
          <a:p>
            <a:pPr marL="1085850" lvl="1" indent="-342900" fontAlgn="base">
              <a:lnSpc>
                <a:spcPct val="96000"/>
              </a:lnSpc>
              <a:spcBef>
                <a:spcPts val="0"/>
              </a:spcBef>
              <a:spcAft>
                <a:spcPts val="390"/>
              </a:spcAft>
              <a:buClr>
                <a:srgbClr val="2DA2BF"/>
              </a:buClr>
              <a:buSzPts val="1650"/>
              <a:buFont typeface="Wingdings" panose="05000000000000000000" pitchFamily="2" charset="2"/>
              <a:buChar char="ü"/>
            </a:pPr>
            <a:r>
              <a:rPr lang="en-US" sz="2000" b="1" kern="100" dirty="0">
                <a:solidFill>
                  <a:srgbClr val="000000"/>
                </a:solidFill>
                <a:effectLst/>
                <a:latin typeface="Calibri" panose="020F0502020204030204" pitchFamily="34" charset="0"/>
                <a:ea typeface="Calibri" panose="020F0502020204030204" pitchFamily="34" charset="0"/>
              </a:rPr>
              <a:t>To test the hypothesis that regular exercise decreases stress levels among working professionals aged 25-40, thereby contributing to overall well-being.</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000" kern="100" dirty="0">
                <a:solidFill>
                  <a:srgbClr val="000000"/>
                </a:solidFill>
                <a:effectLst/>
                <a:latin typeface="Calibri" panose="020F0502020204030204" pitchFamily="34" charset="0"/>
                <a:ea typeface="Calibri" panose="020F0502020204030204" pitchFamily="34" charset="0"/>
              </a:rPr>
              <a:t>This aim falls under hypothesis-testing research, aiming to assess the plausibility of a hypothesized relationship between variables (exercise and stress levels) using sample data.</a:t>
            </a:r>
          </a:p>
        </p:txBody>
      </p:sp>
    </p:spTree>
    <p:extLst>
      <p:ext uri="{BB962C8B-B14F-4D97-AF65-F5344CB8AC3E}">
        <p14:creationId xmlns:p14="http://schemas.microsoft.com/office/powerpoint/2010/main" val="72044541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Objectives</a:t>
            </a:r>
          </a:p>
        </p:txBody>
      </p:sp>
      <p:sp>
        <p:nvSpPr>
          <p:cNvPr id="13" name="Inhaltsplatzhalter 3"/>
          <p:cNvSpPr>
            <a:spLocks noGrp="1"/>
          </p:cNvSpPr>
          <p:nvPr>
            <p:ph idx="1"/>
          </p:nvPr>
        </p:nvSpPr>
        <p:spPr>
          <a:xfrm>
            <a:off x="815414" y="1340768"/>
            <a:ext cx="10753194" cy="4248472"/>
          </a:xfrm>
        </p:spPr>
        <p:txBody>
          <a:bodyPr/>
          <a:lstStyle/>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200" kern="100" dirty="0">
                <a:solidFill>
                  <a:srgbClr val="000000"/>
                </a:solidFill>
                <a:effectLst/>
                <a:latin typeface="Calibri" panose="020F0502020204030204" pitchFamily="34" charset="0"/>
                <a:ea typeface="Calibri" panose="020F0502020204030204" pitchFamily="34" charset="0"/>
              </a:rPr>
              <a:t>The purpose of research is to discover answers to questions through the application of scientific procedures. </a:t>
            </a:r>
          </a:p>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200" kern="100" dirty="0">
                <a:solidFill>
                  <a:srgbClr val="000000"/>
                </a:solidFill>
                <a:effectLst/>
                <a:latin typeface="Calibri" panose="020F0502020204030204" pitchFamily="34" charset="0"/>
                <a:ea typeface="Calibri" panose="020F0502020204030204" pitchFamily="34" charset="0"/>
              </a:rPr>
              <a:t>The main objective of the research is to find out the truth which is hidden and which has not been discovered as yet. </a:t>
            </a:r>
            <a:endParaRPr lang="en-US" sz="2200" kern="100" dirty="0">
              <a:solidFill>
                <a:srgbClr val="000000"/>
              </a:solidFill>
              <a:latin typeface="Calibri" panose="020F0502020204030204" pitchFamily="34" charset="0"/>
              <a:ea typeface="Calibri" panose="020F0502020204030204" pitchFamily="34" charset="0"/>
            </a:endParaRPr>
          </a:p>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200" kern="100" dirty="0">
                <a:solidFill>
                  <a:srgbClr val="000000"/>
                </a:solidFill>
                <a:effectLst/>
                <a:latin typeface="Calibri" panose="020F0502020204030204" pitchFamily="34" charset="0"/>
                <a:ea typeface="Calibri" panose="020F0502020204030204" pitchFamily="34" charset="0"/>
              </a:rPr>
              <a:t>Although each research study has its specific purpose, we mention some general objectives of research below:</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To obtain familiarity with a phenomenon.</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To portray accurately the characteristics of a particular individual, situation or group.</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To determine the frequency with which something occurs or with which it is associated with something else.</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To test a hypothesis of a causal relationship  between variables</a:t>
            </a:r>
          </a:p>
        </p:txBody>
      </p:sp>
    </p:spTree>
    <p:extLst>
      <p:ext uri="{BB962C8B-B14F-4D97-AF65-F5344CB8AC3E}">
        <p14:creationId xmlns:p14="http://schemas.microsoft.com/office/powerpoint/2010/main" val="33783801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Objectives</a:t>
            </a:r>
          </a:p>
        </p:txBody>
      </p:sp>
      <p:sp>
        <p:nvSpPr>
          <p:cNvPr id="13" name="Inhaltsplatzhalter 3"/>
          <p:cNvSpPr>
            <a:spLocks noGrp="1"/>
          </p:cNvSpPr>
          <p:nvPr>
            <p:ph idx="1"/>
          </p:nvPr>
        </p:nvSpPr>
        <p:spPr>
          <a:xfrm>
            <a:off x="815414" y="1340768"/>
            <a:ext cx="10753194" cy="4248472"/>
          </a:xfrm>
        </p:spPr>
        <p:txBody>
          <a:bodyPr/>
          <a:lstStyle/>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Research objectives divide the research aim into several parts.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The main objectives of research not only determine the scope &amp; depth of the task at hand but also provide an overall direction to the research.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To simplify, the research aim specifies WHAT needs to be studied, and research objectives comprise of a number of steps that address HOW the research aim will be achieved.</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Objectives may range from general to specific.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The general objective underlines tasks aimed at in a generic &amp; overall perspective</a:t>
            </a:r>
            <a:r>
              <a:rPr lang="en-US" sz="2200" kern="100" dirty="0">
                <a:solidFill>
                  <a:srgbClr val="000000"/>
                </a:solidFill>
                <a:latin typeface="Calibri" panose="020F0502020204030204" pitchFamily="34" charset="0"/>
                <a:ea typeface="Calibri" panose="020F0502020204030204" pitchFamily="34" charset="0"/>
              </a:rPr>
              <a:t>.</a:t>
            </a:r>
            <a:r>
              <a:rPr lang="en-US" sz="2200" kern="100" dirty="0">
                <a:solidFill>
                  <a:srgbClr val="000000"/>
                </a:solidFill>
                <a:effectLst/>
                <a:latin typeface="Calibri" panose="020F0502020204030204" pitchFamily="34" charset="0"/>
                <a:ea typeface="Calibri" panose="020F0502020204030204" pitchFamily="34" charset="0"/>
              </a:rPr>
              <a:t>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latin typeface="Calibri" panose="020F0502020204030204" pitchFamily="34" charset="0"/>
                <a:ea typeface="Calibri" panose="020F0502020204030204" pitchFamily="34" charset="0"/>
              </a:rPr>
              <a:t>W</a:t>
            </a:r>
            <a:r>
              <a:rPr lang="en-US" sz="2200" kern="100" dirty="0">
                <a:solidFill>
                  <a:srgbClr val="000000"/>
                </a:solidFill>
                <a:effectLst/>
                <a:latin typeface="Calibri" panose="020F0502020204030204" pitchFamily="34" charset="0"/>
                <a:ea typeface="Calibri" panose="020F0502020204030204" pitchFamily="34" charset="0"/>
              </a:rPr>
              <a:t>hereas the specific objectives split up the general objective into smaller specific sequential questions addressing the various aspects of the problem. </a:t>
            </a:r>
          </a:p>
          <a:p>
            <a:pPr marL="285750" indent="-28575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Specific objectives specify precisely what you will do in each phase of your study, how, where, when, and for what purpose.</a:t>
            </a:r>
          </a:p>
        </p:txBody>
      </p:sp>
    </p:spTree>
    <p:extLst>
      <p:ext uri="{BB962C8B-B14F-4D97-AF65-F5344CB8AC3E}">
        <p14:creationId xmlns:p14="http://schemas.microsoft.com/office/powerpoint/2010/main" val="149191506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Objectives</a:t>
            </a:r>
          </a:p>
        </p:txBody>
      </p:sp>
      <p:sp>
        <p:nvSpPr>
          <p:cNvPr id="13" name="Inhaltsplatzhalter 3"/>
          <p:cNvSpPr>
            <a:spLocks noGrp="1"/>
          </p:cNvSpPr>
          <p:nvPr>
            <p:ph idx="1"/>
          </p:nvPr>
        </p:nvSpPr>
        <p:spPr>
          <a:xfrm>
            <a:off x="815414" y="1340768"/>
            <a:ext cx="10753194" cy="4248472"/>
          </a:xfrm>
        </p:spPr>
        <p:txBody>
          <a:bodyPr/>
          <a:lstStyle/>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400" b="1" kern="100" dirty="0">
                <a:solidFill>
                  <a:srgbClr val="000000"/>
                </a:solidFill>
                <a:effectLst/>
                <a:latin typeface="Calibri" panose="020F0502020204030204" pitchFamily="34" charset="0"/>
                <a:ea typeface="Calibri" panose="020F0502020204030204" pitchFamily="34" charset="0"/>
              </a:rPr>
              <a:t>Generic research objectives: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To explore a new idea.</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To gain insights into the occurrence of a phenomenon.</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To understand the characteristics of an individual, situation, or event correctly &amp; with accuracy.</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To identify the frequencies of occurrence of events.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To establish a cause and effect relationship.</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To test the relationship between two variables.</a:t>
            </a:r>
          </a:p>
        </p:txBody>
      </p:sp>
    </p:spTree>
    <p:extLst>
      <p:ext uri="{BB962C8B-B14F-4D97-AF65-F5344CB8AC3E}">
        <p14:creationId xmlns:p14="http://schemas.microsoft.com/office/powerpoint/2010/main" val="135359581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Objectives</a:t>
            </a:r>
          </a:p>
        </p:txBody>
      </p:sp>
      <p:sp>
        <p:nvSpPr>
          <p:cNvPr id="13" name="Inhaltsplatzhalter 3"/>
          <p:cNvSpPr>
            <a:spLocks noGrp="1"/>
          </p:cNvSpPr>
          <p:nvPr>
            <p:ph idx="1"/>
          </p:nvPr>
        </p:nvSpPr>
        <p:spPr>
          <a:xfrm>
            <a:off x="815414" y="1340768"/>
            <a:ext cx="10753194" cy="4248472"/>
          </a:xfrm>
        </p:spPr>
        <p:txBody>
          <a:bodyPr/>
          <a:lstStyle/>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200" b="1" kern="100" dirty="0">
                <a:solidFill>
                  <a:srgbClr val="000000"/>
                </a:solidFill>
                <a:effectLst/>
                <a:latin typeface="Calibri" panose="020F0502020204030204" pitchFamily="34" charset="0"/>
                <a:ea typeface="Calibri" panose="020F0502020204030204" pitchFamily="34" charset="0"/>
              </a:rPr>
              <a:t>Specific Research objectives: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Specific research objectives essentially focus on answering the 3W1H questions by understanding problem constraints. </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These 3W1H are What, Why, When, and How.</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What</a:t>
            </a:r>
            <a:r>
              <a:rPr lang="en-US" sz="2200" kern="100" dirty="0">
                <a:solidFill>
                  <a:srgbClr val="000000"/>
                </a:solidFill>
                <a:effectLst/>
                <a:latin typeface="Calibri" panose="020F0502020204030204" pitchFamily="34" charset="0"/>
                <a:ea typeface="Calibri" panose="020F0502020204030204" pitchFamily="34" charset="0"/>
              </a:rPr>
              <a:t> - This element talks about ‘what’ are the problems and around what critical areas the research shall focus. Clarity at this level involves thorough insight into aims, objectives, and the problem overview.</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b="1" i="0" dirty="0">
                <a:solidFill>
                  <a:srgbClr val="000000"/>
                </a:solidFill>
                <a:effectLst/>
                <a:latin typeface="AGaramondPro-Bold"/>
              </a:rPr>
              <a:t>Why - </a:t>
            </a:r>
            <a:r>
              <a:rPr lang="en-US" sz="2200" b="0" i="0" dirty="0">
                <a:solidFill>
                  <a:srgbClr val="000000"/>
                </a:solidFill>
                <a:effectLst/>
                <a:latin typeface="AGaramondPro-Regular"/>
              </a:rPr>
              <a:t>This element involves an assessment of the current scenario and ‘why’ it has led to this choice of problem. It could hint at possible gaps in information and decision making which research intends to answer. This step would involve a review of available literature to understand the problem scenario and identify and describe variables connected to it.</a:t>
            </a:r>
            <a:r>
              <a:rPr lang="en-US" sz="2200" dirty="0"/>
              <a:t> </a:t>
            </a:r>
            <a:br>
              <a:rPr lang="en-US" sz="2200" dirty="0"/>
            </a:br>
            <a:endParaRPr lang="en-US" sz="22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6625215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Research: Objectives</a:t>
            </a:r>
          </a:p>
        </p:txBody>
      </p:sp>
      <p:sp>
        <p:nvSpPr>
          <p:cNvPr id="13" name="Inhaltsplatzhalter 3"/>
          <p:cNvSpPr>
            <a:spLocks noGrp="1"/>
          </p:cNvSpPr>
          <p:nvPr>
            <p:ph idx="1"/>
          </p:nvPr>
        </p:nvSpPr>
        <p:spPr>
          <a:xfrm>
            <a:off x="815414" y="1340768"/>
            <a:ext cx="10753194" cy="4248472"/>
          </a:xfrm>
        </p:spPr>
        <p:txBody>
          <a:bodyPr/>
          <a:lstStyle/>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200" b="1" kern="100" dirty="0">
                <a:solidFill>
                  <a:srgbClr val="000000"/>
                </a:solidFill>
                <a:effectLst/>
                <a:latin typeface="Calibri" panose="020F0502020204030204" pitchFamily="34" charset="0"/>
                <a:ea typeface="Calibri" panose="020F0502020204030204" pitchFamily="34" charset="0"/>
              </a:rPr>
              <a:t>Specific Research objectives: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When - </a:t>
            </a:r>
            <a:r>
              <a:rPr lang="en-US" sz="2200" kern="100" dirty="0">
                <a:solidFill>
                  <a:srgbClr val="000000"/>
                </a:solidFill>
                <a:effectLst/>
                <a:latin typeface="Calibri" panose="020F0502020204030204" pitchFamily="34" charset="0"/>
                <a:ea typeface="Calibri" panose="020F0502020204030204" pitchFamily="34" charset="0"/>
              </a:rPr>
              <a:t>This element every research is prone to be impacted with the time frame constraints, this step talks about the inquiry set up and its efficacy as linked up to specific scenarios.</a:t>
            </a:r>
          </a:p>
          <a:p>
            <a:pPr marL="1028700" lvl="1" fontAlgn="base">
              <a:lnSpc>
                <a:spcPct val="96000"/>
              </a:lnSpc>
              <a:spcBef>
                <a:spcPts val="0"/>
              </a:spcBef>
              <a:spcAft>
                <a:spcPts val="390"/>
              </a:spcAft>
              <a:buClr>
                <a:srgbClr val="2DA2BF"/>
              </a:buClr>
              <a:buSzPts val="1650"/>
              <a:buFont typeface="Arial" panose="020B0604020202020204" pitchFamily="34" charset="0"/>
              <a:buChar char="•"/>
            </a:pPr>
            <a:r>
              <a:rPr lang="en-US" sz="2200" b="1" i="0" dirty="0">
                <a:solidFill>
                  <a:srgbClr val="000000"/>
                </a:solidFill>
                <a:effectLst/>
                <a:latin typeface="AGaramondPro-Bold"/>
              </a:rPr>
              <a:t>How - </a:t>
            </a:r>
            <a:r>
              <a:rPr lang="en-US" sz="2200" i="0" dirty="0">
                <a:solidFill>
                  <a:srgbClr val="000000"/>
                </a:solidFill>
                <a:effectLst/>
                <a:latin typeface="AGaramondPro-Bold"/>
              </a:rPr>
              <a:t>This element is one of the most critical elements since the blueprint or the research design starts here. Based on the problem, its aims and objectives, we would establish the data sources, the research instruments, quantitative statistical measures to be deployed, the evaluation techniques &amp; the presentation techniques.</a:t>
            </a:r>
            <a:br>
              <a:rPr lang="en-US" sz="2200" dirty="0"/>
            </a:br>
            <a:endParaRPr lang="en-US" sz="22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06079882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Features of Research</a:t>
            </a:r>
          </a:p>
        </p:txBody>
      </p:sp>
      <p:sp>
        <p:nvSpPr>
          <p:cNvPr id="13" name="Inhaltsplatzhalter 3"/>
          <p:cNvSpPr>
            <a:spLocks noGrp="1"/>
          </p:cNvSpPr>
          <p:nvPr>
            <p:ph idx="1"/>
          </p:nvPr>
        </p:nvSpPr>
        <p:spPr>
          <a:xfrm>
            <a:off x="815414" y="1340768"/>
            <a:ext cx="10753194" cy="4248472"/>
          </a:xfrm>
        </p:spPr>
        <p:txBody>
          <a:bodyPr/>
          <a:lstStyle/>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400" b="1" kern="100" dirty="0">
                <a:solidFill>
                  <a:srgbClr val="000000"/>
                </a:solidFill>
                <a:effectLst/>
                <a:latin typeface="Calibri" panose="020F0502020204030204" pitchFamily="34" charset="0"/>
                <a:ea typeface="Calibri" panose="020F0502020204030204" pitchFamily="34" charset="0"/>
              </a:rPr>
              <a:t>Features of Research:</a:t>
            </a:r>
          </a:p>
          <a:p>
            <a:pPr marL="1200150" lvl="1" indent="-457200" fontAlgn="base">
              <a:lnSpc>
                <a:spcPct val="96000"/>
              </a:lnSpc>
              <a:spcBef>
                <a:spcPts val="0"/>
              </a:spcBef>
              <a:spcAft>
                <a:spcPts val="390"/>
              </a:spcAft>
              <a:buClr>
                <a:srgbClr val="2DA2BF"/>
              </a:buClr>
              <a:buSzPts val="1650"/>
              <a:buFont typeface="+mj-lt"/>
              <a:buAutoNum type="arabicPeriod"/>
            </a:pPr>
            <a:r>
              <a:rPr lang="en-US" sz="2400" kern="100" dirty="0">
                <a:solidFill>
                  <a:srgbClr val="000000"/>
                </a:solidFill>
                <a:effectLst/>
                <a:latin typeface="Calibri" panose="020F0502020204030204" pitchFamily="34" charset="0"/>
                <a:ea typeface="Calibri" panose="020F0502020204030204" pitchFamily="34" charset="0"/>
              </a:rPr>
              <a:t>Research starts with a problem, presented in the question.</a:t>
            </a:r>
          </a:p>
          <a:p>
            <a:pPr marL="1200150" lvl="1" indent="-457200" fontAlgn="base">
              <a:lnSpc>
                <a:spcPct val="96000"/>
              </a:lnSpc>
              <a:spcBef>
                <a:spcPts val="0"/>
              </a:spcBef>
              <a:spcAft>
                <a:spcPts val="390"/>
              </a:spcAft>
              <a:buClr>
                <a:srgbClr val="2DA2BF"/>
              </a:buClr>
              <a:buSzPts val="1650"/>
              <a:buFont typeface="+mj-lt"/>
              <a:buAutoNum type="arabicPeriod"/>
            </a:pPr>
            <a:r>
              <a:rPr lang="en-US" sz="2400" kern="100" dirty="0">
                <a:solidFill>
                  <a:srgbClr val="000000"/>
                </a:solidFill>
                <a:effectLst/>
                <a:latin typeface="Calibri" panose="020F0502020204030204" pitchFamily="34" charset="0"/>
                <a:ea typeface="Calibri" panose="020F0502020204030204" pitchFamily="34" charset="0"/>
              </a:rPr>
              <a:t>Research attempts to identify a problem stated in clear, unambiguous terms.</a:t>
            </a:r>
          </a:p>
          <a:p>
            <a:pPr marL="1200150" lvl="1" indent="-457200" fontAlgn="base">
              <a:lnSpc>
                <a:spcPct val="96000"/>
              </a:lnSpc>
              <a:spcBef>
                <a:spcPts val="0"/>
              </a:spcBef>
              <a:spcAft>
                <a:spcPts val="390"/>
              </a:spcAft>
              <a:buClr>
                <a:srgbClr val="2DA2BF"/>
              </a:buClr>
              <a:buSzPts val="1650"/>
              <a:buFont typeface="+mj-lt"/>
              <a:buAutoNum type="arabicPeriod"/>
            </a:pPr>
            <a:r>
              <a:rPr lang="en-US" sz="2400" kern="100" dirty="0">
                <a:solidFill>
                  <a:srgbClr val="000000"/>
                </a:solidFill>
                <a:effectLst/>
                <a:latin typeface="Calibri" panose="020F0502020204030204" pitchFamily="34" charset="0"/>
                <a:ea typeface="Calibri" panose="020F0502020204030204" pitchFamily="34" charset="0"/>
              </a:rPr>
              <a:t>Research requires a plan. It categorizes, aims, objectives &amp; key questions.</a:t>
            </a:r>
          </a:p>
          <a:p>
            <a:pPr marL="1200150" lvl="1" indent="-457200" fontAlgn="base">
              <a:lnSpc>
                <a:spcPct val="96000"/>
              </a:lnSpc>
              <a:spcBef>
                <a:spcPts val="0"/>
              </a:spcBef>
              <a:spcAft>
                <a:spcPts val="390"/>
              </a:spcAft>
              <a:buClr>
                <a:srgbClr val="2DA2BF"/>
              </a:buClr>
              <a:buSzPts val="1650"/>
              <a:buFont typeface="+mj-lt"/>
              <a:buAutoNum type="arabicPeriod"/>
            </a:pPr>
            <a:r>
              <a:rPr lang="en-US" sz="2400" kern="100" dirty="0">
                <a:solidFill>
                  <a:srgbClr val="000000"/>
                </a:solidFill>
                <a:effectLst/>
                <a:latin typeface="Calibri" panose="020F0502020204030204" pitchFamily="34" charset="0"/>
                <a:ea typeface="Calibri" panose="020F0502020204030204" pitchFamily="34" charset="0"/>
              </a:rPr>
              <a:t>Research deals with the primary problem through appropriate sub-problems.</a:t>
            </a:r>
          </a:p>
          <a:p>
            <a:pPr marL="1200150" lvl="1" indent="-457200" fontAlgn="base">
              <a:lnSpc>
                <a:spcPct val="96000"/>
              </a:lnSpc>
              <a:spcBef>
                <a:spcPts val="0"/>
              </a:spcBef>
              <a:spcAft>
                <a:spcPts val="390"/>
              </a:spcAft>
              <a:buClr>
                <a:srgbClr val="2DA2BF"/>
              </a:buClr>
              <a:buSzPts val="1650"/>
              <a:buFont typeface="+mj-lt"/>
              <a:buAutoNum type="arabicPeriod"/>
            </a:pPr>
            <a:r>
              <a:rPr lang="en-US" sz="2400" kern="100" dirty="0">
                <a:solidFill>
                  <a:srgbClr val="000000"/>
                </a:solidFill>
                <a:effectLst/>
                <a:latin typeface="Calibri" panose="020F0502020204030204" pitchFamily="34" charset="0"/>
                <a:ea typeface="Calibri" panose="020F0502020204030204" pitchFamily="34" charset="0"/>
              </a:rPr>
              <a:t>Research seeks direction through appropriate hypotheses and draws upon apparent assumptions.</a:t>
            </a:r>
          </a:p>
          <a:p>
            <a:pPr marL="1200150" lvl="1" indent="-457200" fontAlgn="base">
              <a:lnSpc>
                <a:spcPct val="96000"/>
              </a:lnSpc>
              <a:spcBef>
                <a:spcPts val="0"/>
              </a:spcBef>
              <a:spcAft>
                <a:spcPts val="390"/>
              </a:spcAft>
              <a:buClr>
                <a:srgbClr val="2DA2BF"/>
              </a:buClr>
              <a:buSzPts val="1650"/>
              <a:buFont typeface="+mj-lt"/>
              <a:buAutoNum type="arabicPeriod"/>
            </a:pPr>
            <a:r>
              <a:rPr lang="en-US" sz="2400" kern="100" dirty="0">
                <a:solidFill>
                  <a:srgbClr val="000000"/>
                </a:solidFill>
                <a:effectLst/>
                <a:latin typeface="Calibri" panose="020F0502020204030204" pitchFamily="34" charset="0"/>
                <a:ea typeface="Calibri" panose="020F0502020204030204" pitchFamily="34" charset="0"/>
              </a:rPr>
              <a:t>Research deals with facts and their meaning</a:t>
            </a:r>
          </a:p>
        </p:txBody>
      </p:sp>
    </p:spTree>
    <p:extLst>
      <p:ext uri="{BB962C8B-B14F-4D97-AF65-F5344CB8AC3E}">
        <p14:creationId xmlns:p14="http://schemas.microsoft.com/office/powerpoint/2010/main" val="39726088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a:xfrm>
            <a:off x="551384" y="296652"/>
            <a:ext cx="10561173" cy="864096"/>
          </a:xfrm>
        </p:spPr>
        <p:txBody>
          <a:bodyPr/>
          <a:lstStyle/>
          <a:p>
            <a:r>
              <a:rPr lang="de-DE" sz="2000" dirty="0"/>
              <a:t>Unit I Introduction</a:t>
            </a:r>
            <a:br>
              <a:rPr lang="de-DE" dirty="0"/>
            </a:br>
            <a:r>
              <a:rPr lang="de-DE" dirty="0"/>
              <a:t>Types of Research</a:t>
            </a:r>
          </a:p>
        </p:txBody>
      </p:sp>
      <p:graphicFrame>
        <p:nvGraphicFramePr>
          <p:cNvPr id="5" name="Content Placeholder 4">
            <a:extLst>
              <a:ext uri="{FF2B5EF4-FFF2-40B4-BE49-F238E27FC236}">
                <a16:creationId xmlns:a16="http://schemas.microsoft.com/office/drawing/2014/main" id="{8B4AEB35-2C2D-A8AD-B9B5-2B52AA957B21}"/>
              </a:ext>
            </a:extLst>
          </p:cNvPr>
          <p:cNvGraphicFramePr>
            <a:graphicFrameLocks noGrp="1"/>
          </p:cNvGraphicFramePr>
          <p:nvPr>
            <p:ph idx="1"/>
            <p:extLst>
              <p:ext uri="{D42A27DB-BD31-4B8C-83A1-F6EECF244321}">
                <p14:modId xmlns:p14="http://schemas.microsoft.com/office/powerpoint/2010/main" val="2212447412"/>
              </p:ext>
            </p:extLst>
          </p:nvPr>
        </p:nvGraphicFramePr>
        <p:xfrm>
          <a:off x="335360" y="620688"/>
          <a:ext cx="11593288" cy="5256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782982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i="0" dirty="0"/>
              <a:t>By Purpose</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Fundamental Vs Applied: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Applied research aims at finding a solution for an immediate problem facing a society or an industrial/ business organization, whereas fundamental research is mainly concerned with generalizations and with the formulation of a theory.</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Research concerning some natural phenomenon or relating to pure mathematics are examples of fundamental research. Similarly, research studies, concerning human behavior carried on with a view to make generalizations about human behavior, are also examples of fundamental research. Research to identify social, economic or political trends that may affect a particular institution, marketing research, evaluation research are examples of applied research. Thus, the central aim of applied research is to discover a solution for some pressing practical problems, whereas basic research is directed towards finding information that has a broad base of applications and thus, adds to the already existing organized body of scientific knowledge.</a:t>
            </a:r>
          </a:p>
        </p:txBody>
      </p:sp>
    </p:spTree>
    <p:extLst>
      <p:ext uri="{BB962C8B-B14F-4D97-AF65-F5344CB8AC3E}">
        <p14:creationId xmlns:p14="http://schemas.microsoft.com/office/powerpoint/2010/main" val="10132900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i="0" dirty="0"/>
              <a:t>By Purpose</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Fundamental (Example)</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A computer scientist conducting theoretical research to explore the mathematical foundations of quantum computing. The aim is to advance understanding of quantum algorithms and computational complexity, without immediate application.</a:t>
            </a:r>
          </a:p>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Applied (Example)</a:t>
            </a:r>
            <a:endParaRPr lang="en-US" sz="2400" kern="100" dirty="0">
              <a:solidFill>
                <a:srgbClr val="000000"/>
              </a:solidFill>
              <a:latin typeface="Calibri" panose="020F0502020204030204" pitchFamily="34" charset="0"/>
              <a:ea typeface="Calibri" panose="020F0502020204030204" pitchFamily="34" charset="0"/>
            </a:endParaRP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A team of computer engineers developing a new algorithm for optimizing energy efficiency in data centers. The research aims to address a practical problem faced by data center operators, with the goal of reducing energy consumption and operational costs.</a:t>
            </a:r>
          </a:p>
        </p:txBody>
      </p:sp>
    </p:spTree>
    <p:extLst>
      <p:ext uri="{BB962C8B-B14F-4D97-AF65-F5344CB8AC3E}">
        <p14:creationId xmlns:p14="http://schemas.microsoft.com/office/powerpoint/2010/main" val="271316382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i="0" dirty="0"/>
              <a:t>By Methodology</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800" b="1" kern="100" dirty="0">
                <a:solidFill>
                  <a:srgbClr val="000000"/>
                </a:solidFill>
                <a:effectLst/>
                <a:latin typeface="Calibri" panose="020F0502020204030204" pitchFamily="34" charset="0"/>
                <a:ea typeface="Calibri" panose="020F0502020204030204" pitchFamily="34" charset="0"/>
              </a:rPr>
              <a:t>Quantitative vs. Qualitative: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Quantitative research is based on the quantitative measurements of some characteristics. It is applicable to phenomena that can be expressed in terms of quantities.</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Qualitative research, is concerned with qualitative phenomenon, i.e., phenomenon relating to or involving quality or kind. Attitude or opinion research i.e., research designed to find out how people feel or what they think about a particular subject or institution is also qualitative research. Qualitative research is specially important in the </a:t>
            </a:r>
            <a:r>
              <a:rPr lang="en-US" sz="2400" kern="100" dirty="0" err="1">
                <a:solidFill>
                  <a:srgbClr val="000000"/>
                </a:solidFill>
                <a:effectLst/>
                <a:latin typeface="Calibri" panose="020F0502020204030204" pitchFamily="34" charset="0"/>
                <a:ea typeface="Calibri" panose="020F0502020204030204" pitchFamily="34" charset="0"/>
              </a:rPr>
              <a:t>behavioural</a:t>
            </a:r>
            <a:r>
              <a:rPr lang="en-US" sz="2400" kern="100" dirty="0">
                <a:solidFill>
                  <a:srgbClr val="000000"/>
                </a:solidFill>
                <a:effectLst/>
                <a:latin typeface="Calibri" panose="020F0502020204030204" pitchFamily="34" charset="0"/>
                <a:ea typeface="Calibri" panose="020F0502020204030204" pitchFamily="34" charset="0"/>
              </a:rPr>
              <a:t> sciences where the aim is to discover the underlying motives of human </a:t>
            </a:r>
            <a:r>
              <a:rPr lang="en-US" sz="2400" kern="100" dirty="0" err="1">
                <a:solidFill>
                  <a:srgbClr val="000000"/>
                </a:solidFill>
                <a:effectLst/>
                <a:latin typeface="Calibri" panose="020F0502020204030204" pitchFamily="34" charset="0"/>
                <a:ea typeface="Calibri" panose="020F0502020204030204" pitchFamily="34" charset="0"/>
              </a:rPr>
              <a:t>behaviour</a:t>
            </a:r>
            <a:r>
              <a:rPr lang="en-US" sz="2400" kern="100" dirty="0">
                <a:solidFill>
                  <a:srgbClr val="000000"/>
                </a:solidFill>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23928002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i="0" dirty="0"/>
              <a:t>By Methodology</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Quantitative Research (Example)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 A software engineer conducting a study to analyze the performance of different sorting algorithms using numerical metrics such as execution time and memory usage. The research involves running experiments and collecting quantitative data to compare the efficiency of various sorting techniques.</a:t>
            </a:r>
          </a:p>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Qualitative Research (Example)</a:t>
            </a:r>
            <a:endParaRPr lang="en-US" sz="2400" b="1" kern="100" dirty="0">
              <a:solidFill>
                <a:srgbClr val="000000"/>
              </a:solidFill>
              <a:latin typeface="Calibri" panose="020F0502020204030204" pitchFamily="34" charset="0"/>
              <a:ea typeface="Calibri" panose="020F0502020204030204" pitchFamily="34" charset="0"/>
            </a:endParaRP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A human-computer interaction researcher conducting interviews and usability tests to understand how users interact with a new mobile application. The study aims to uncover user preferences, behaviors, and challenges through qualitative analysis of user feedback and observations.</a:t>
            </a:r>
          </a:p>
        </p:txBody>
      </p:sp>
    </p:spTree>
    <p:extLst>
      <p:ext uri="{BB962C8B-B14F-4D97-AF65-F5344CB8AC3E}">
        <p14:creationId xmlns:p14="http://schemas.microsoft.com/office/powerpoint/2010/main" val="198500044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 </a:t>
            </a:r>
            <a:r>
              <a:rPr lang="en-US" b="1" dirty="0"/>
              <a:t>By Approach</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300" b="1" kern="100" dirty="0">
                <a:solidFill>
                  <a:srgbClr val="000000"/>
                </a:solidFill>
                <a:effectLst/>
                <a:latin typeface="Calibri" panose="020F0502020204030204" pitchFamily="34" charset="0"/>
                <a:ea typeface="Calibri" panose="020F0502020204030204" pitchFamily="34" charset="0"/>
              </a:rPr>
              <a:t>Descriptive vs. Analytical: </a:t>
            </a:r>
          </a:p>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300" kern="100" dirty="0">
                <a:solidFill>
                  <a:srgbClr val="000000"/>
                </a:solidFill>
                <a:effectLst/>
                <a:latin typeface="Calibri" panose="020F0502020204030204" pitchFamily="34" charset="0"/>
                <a:ea typeface="Calibri" panose="020F0502020204030204" pitchFamily="34" charset="0"/>
              </a:rPr>
              <a:t>Descriptive research includes surveys and fact-finding enquiries of different kinds. The major purpose of descriptive research is description of the state of affairs as it exists at present. In social science and business research we quite often use the term </a:t>
            </a:r>
            <a:r>
              <a:rPr lang="en-US" sz="2300" b="1" i="1" kern="100" dirty="0">
                <a:solidFill>
                  <a:srgbClr val="000000"/>
                </a:solidFill>
                <a:effectLst/>
                <a:latin typeface="Calibri" panose="020F0502020204030204" pitchFamily="34" charset="0"/>
                <a:ea typeface="Calibri" panose="020F0502020204030204" pitchFamily="34" charset="0"/>
              </a:rPr>
              <a:t>Ex post facto research </a:t>
            </a:r>
            <a:r>
              <a:rPr lang="en-US" sz="2300" kern="100" dirty="0">
                <a:solidFill>
                  <a:srgbClr val="000000"/>
                </a:solidFill>
                <a:effectLst/>
                <a:latin typeface="Calibri" panose="020F0502020204030204" pitchFamily="34" charset="0"/>
                <a:ea typeface="Calibri" panose="020F0502020204030204" pitchFamily="34" charset="0"/>
              </a:rPr>
              <a:t>for descriptive research studies. The main characteristic of this method is that the researcher has no control over the variables: he/she can only report what has happened or what is happening. The methods of research </a:t>
            </a:r>
            <a:r>
              <a:rPr lang="en-US" sz="2300" kern="100" dirty="0" err="1">
                <a:solidFill>
                  <a:srgbClr val="000000"/>
                </a:solidFill>
                <a:effectLst/>
                <a:latin typeface="Calibri" panose="020F0502020204030204" pitchFamily="34" charset="0"/>
                <a:ea typeface="Calibri" panose="020F0502020204030204" pitchFamily="34" charset="0"/>
              </a:rPr>
              <a:t>utilised</a:t>
            </a:r>
            <a:r>
              <a:rPr lang="en-US" sz="2300" kern="100" dirty="0">
                <a:solidFill>
                  <a:srgbClr val="000000"/>
                </a:solidFill>
                <a:effectLst/>
                <a:latin typeface="Calibri" panose="020F0502020204030204" pitchFamily="34" charset="0"/>
                <a:ea typeface="Calibri" panose="020F0502020204030204" pitchFamily="34" charset="0"/>
              </a:rPr>
              <a:t> in descriptive research are survey methods of all kinds, including comparative and correlational methods.</a:t>
            </a:r>
          </a:p>
          <a:p>
            <a:pPr marL="342900" indent="-342900" algn="l" fontAlgn="base">
              <a:lnSpc>
                <a:spcPct val="96000"/>
              </a:lnSpc>
              <a:spcBef>
                <a:spcPts val="0"/>
              </a:spcBef>
              <a:spcAft>
                <a:spcPts val="390"/>
              </a:spcAft>
              <a:buClr>
                <a:srgbClr val="2DA2BF"/>
              </a:buClr>
              <a:buSzPts val="1650"/>
              <a:buFont typeface="Wingdings" panose="05000000000000000000" pitchFamily="2" charset="2"/>
              <a:buChar char="ü"/>
            </a:pPr>
            <a:r>
              <a:rPr lang="en-US" sz="2300" b="1" kern="100" dirty="0">
                <a:solidFill>
                  <a:srgbClr val="000000"/>
                </a:solidFill>
                <a:effectLst/>
                <a:latin typeface="Calibri" panose="020F0502020204030204" pitchFamily="34" charset="0"/>
                <a:ea typeface="Calibri" panose="020F0502020204030204" pitchFamily="34" charset="0"/>
              </a:rPr>
              <a:t>Analytical method </a:t>
            </a:r>
            <a:r>
              <a:rPr lang="en-US" sz="2300" kern="100" dirty="0">
                <a:solidFill>
                  <a:srgbClr val="000000"/>
                </a:solidFill>
                <a:effectLst/>
                <a:latin typeface="Calibri" panose="020F0502020204030204" pitchFamily="34" charset="0"/>
                <a:ea typeface="Calibri" panose="020F0502020204030204" pitchFamily="34" charset="0"/>
              </a:rPr>
              <a:t>involves a deeper examination and interpretation of data to understand the underlying reasons, relationships or causes behind a phenomenon. It goes beyond mere description to analyze data, identify patterns, test hypotheses, and draw conclusions. </a:t>
            </a:r>
          </a:p>
        </p:txBody>
      </p:sp>
    </p:spTree>
    <p:extLst>
      <p:ext uri="{BB962C8B-B14F-4D97-AF65-F5344CB8AC3E}">
        <p14:creationId xmlns:p14="http://schemas.microsoft.com/office/powerpoint/2010/main" val="388972552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dirty="0"/>
              <a:t>By Approach</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200" b="1" kern="100" dirty="0">
                <a:solidFill>
                  <a:srgbClr val="000000"/>
                </a:solidFill>
                <a:effectLst/>
                <a:latin typeface="Calibri" panose="020F0502020204030204" pitchFamily="34" charset="0"/>
                <a:ea typeface="Calibri" panose="020F0502020204030204" pitchFamily="34" charset="0"/>
              </a:rPr>
              <a:t>Descriptive </a:t>
            </a:r>
            <a:r>
              <a:rPr lang="en-US" sz="2200" b="1" kern="100" dirty="0">
                <a:solidFill>
                  <a:srgbClr val="000000"/>
                </a:solidFill>
                <a:latin typeface="Calibri" panose="020F0502020204030204" pitchFamily="34" charset="0"/>
                <a:ea typeface="Calibri" panose="020F0502020204030204" pitchFamily="34" charset="0"/>
              </a:rPr>
              <a:t>(Example)</a:t>
            </a:r>
            <a:endParaRPr lang="en-US" sz="2200" b="1" kern="100" dirty="0">
              <a:solidFill>
                <a:srgbClr val="000000"/>
              </a:solidFill>
              <a:effectLst/>
              <a:latin typeface="Calibri" panose="020F0502020204030204" pitchFamily="34" charset="0"/>
              <a:ea typeface="Calibri" panose="020F0502020204030204" pitchFamily="34" charset="0"/>
            </a:endParaRP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Researchers conduct a survey to understand the online shopping habits of consumers. They collect data on the frequency of online purchases, preferred payment methods, and factors influencing purchase decisions. The study aims to provide a comprehensive overview of consumer behavior in online shopping without delving into the reasons behind these </a:t>
            </a:r>
            <a:r>
              <a:rPr lang="en-US" sz="2200" kern="100" dirty="0" err="1">
                <a:solidFill>
                  <a:srgbClr val="000000"/>
                </a:solidFill>
                <a:effectLst/>
                <a:latin typeface="Calibri" panose="020F0502020204030204" pitchFamily="34" charset="0"/>
                <a:ea typeface="Calibri" panose="020F0502020204030204" pitchFamily="34" charset="0"/>
              </a:rPr>
              <a:t>behaviours</a:t>
            </a:r>
            <a:r>
              <a:rPr lang="en-US" sz="2200" kern="100" dirty="0">
                <a:solidFill>
                  <a:srgbClr val="000000"/>
                </a:solidFill>
                <a:effectLst/>
                <a:latin typeface="Calibri" panose="020F0502020204030204" pitchFamily="34" charset="0"/>
                <a:ea typeface="Calibri" panose="020F0502020204030204" pitchFamily="34" charset="0"/>
              </a:rPr>
              <a:t>.</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b="1" kern="100" dirty="0">
                <a:solidFill>
                  <a:srgbClr val="000000"/>
                </a:solidFill>
                <a:effectLst/>
                <a:latin typeface="Calibri" panose="020F0502020204030204" pitchFamily="34" charset="0"/>
                <a:ea typeface="Calibri" panose="020F0502020204030204" pitchFamily="34" charset="0"/>
              </a:rPr>
              <a:t>Analytical Research (Example)</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latin typeface="Calibri" panose="020F0502020204030204" pitchFamily="34" charset="0"/>
                <a:ea typeface="Calibri" panose="020F0502020204030204" pitchFamily="34" charset="0"/>
              </a:rPr>
              <a:t>Researchers collect data on individuals' exercise habits and mental health outcomes, such as levels of stress, anxiety, and depression. Through statistical analysis, they explore the relationship between the frequency and intensity of exercise and mental health indicators. The study aims to uncover whether there is a correlation between exercise and improved mental well-being, potentially identifying mechanisms by which exercise influences mental health.</a:t>
            </a:r>
            <a:endParaRPr lang="en-US" sz="22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00618729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dirty="0"/>
              <a:t>By Approach</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Conceptual vs. Empirical: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Conceptual research is that related to some abstract ideas or theory. It is generally used by philosophers and thinkers to develop new concepts or to reinterpret existing ones.</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Empirical research relies on experience or observation alone, often without due regard for system and theory. It is data-based research. Its is also called as experimental type of research. Empirical research is appropriate when proof is sought that certain variables affect other variables in some way. Evidence gathered through experiments or empirical studies are considered to be the most powerful support possible for testing a given hypothesis</a:t>
            </a:r>
          </a:p>
        </p:txBody>
      </p:sp>
    </p:spTree>
    <p:extLst>
      <p:ext uri="{BB962C8B-B14F-4D97-AF65-F5344CB8AC3E}">
        <p14:creationId xmlns:p14="http://schemas.microsoft.com/office/powerpoint/2010/main" val="207449035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dirty="0"/>
              <a:t>By Approach</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200" b="1" kern="100" dirty="0">
                <a:solidFill>
                  <a:srgbClr val="000000"/>
                </a:solidFill>
                <a:effectLst/>
                <a:latin typeface="Calibri" panose="020F0502020204030204" pitchFamily="34" charset="0"/>
                <a:ea typeface="Calibri" panose="020F0502020204030204" pitchFamily="34" charset="0"/>
              </a:rPr>
              <a:t>Conceptual </a:t>
            </a:r>
            <a:r>
              <a:rPr lang="en-US" sz="2200" b="1" kern="100" dirty="0">
                <a:solidFill>
                  <a:srgbClr val="000000"/>
                </a:solidFill>
                <a:latin typeface="Calibri" panose="020F0502020204030204" pitchFamily="34" charset="0"/>
                <a:ea typeface="Calibri" panose="020F0502020204030204" pitchFamily="34" charset="0"/>
              </a:rPr>
              <a:t>Research (Example)</a:t>
            </a:r>
            <a:endParaRPr lang="en-US" sz="2200" b="1" kern="100" dirty="0">
              <a:solidFill>
                <a:srgbClr val="000000"/>
              </a:solidFill>
              <a:effectLst/>
              <a:latin typeface="Calibri" panose="020F0502020204030204" pitchFamily="34" charset="0"/>
              <a:ea typeface="Calibri" panose="020F0502020204030204" pitchFamily="34" charset="0"/>
            </a:endParaRP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effectLst/>
                <a:latin typeface="Calibri" panose="020F0502020204030204" pitchFamily="34" charset="0"/>
                <a:ea typeface="Calibri" panose="020F0502020204030204" pitchFamily="34" charset="0"/>
              </a:rPr>
              <a:t>A software development team conceptualizes a new agile development methodology aimed at improving team collaboration and project efficiency. The team synthesizes existing theories and best practices in agile software development to develop a conceptual framework for the new methodology. This conceptual research lays the groundwork for implementing iterative development processes and continuous improvement cycles.</a:t>
            </a:r>
          </a:p>
          <a:p>
            <a:pPr indent="0" algn="l" fontAlgn="base">
              <a:lnSpc>
                <a:spcPct val="96000"/>
              </a:lnSpc>
              <a:spcBef>
                <a:spcPts val="0"/>
              </a:spcBef>
              <a:spcAft>
                <a:spcPts val="390"/>
              </a:spcAft>
              <a:buClr>
                <a:srgbClr val="2DA2BF"/>
              </a:buClr>
              <a:buSzPts val="1650"/>
            </a:pPr>
            <a:r>
              <a:rPr lang="en-US" sz="2200" b="1" kern="100" dirty="0">
                <a:solidFill>
                  <a:srgbClr val="000000"/>
                </a:solidFill>
                <a:effectLst/>
                <a:latin typeface="Calibri" panose="020F0502020204030204" pitchFamily="34" charset="0"/>
                <a:ea typeface="Calibri" panose="020F0502020204030204" pitchFamily="34" charset="0"/>
              </a:rPr>
              <a:t>Empirical Research (Example)</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200" kern="100" dirty="0">
                <a:solidFill>
                  <a:srgbClr val="000000"/>
                </a:solidFill>
                <a:latin typeface="Calibri" panose="020F0502020204030204" pitchFamily="34" charset="0"/>
                <a:ea typeface="Calibri" panose="020F0502020204030204" pitchFamily="34" charset="0"/>
              </a:rPr>
              <a:t>A </a:t>
            </a:r>
            <a:r>
              <a:rPr lang="en-US" sz="2200" kern="100" dirty="0">
                <a:solidFill>
                  <a:srgbClr val="000000"/>
                </a:solidFill>
                <a:effectLst/>
                <a:latin typeface="Calibri" panose="020F0502020204030204" pitchFamily="34" charset="0"/>
                <a:ea typeface="Calibri" panose="020F0502020204030204" pitchFamily="34" charset="0"/>
              </a:rPr>
              <a:t>software development team conducts empirical research to evaluate the effectiveness of agile development practices in improving project outcomes. The team implements agile methodologies, such as Scrum, in their software development projects and collects empirical data on project timelines, team productivity, and customer satisfaction. By analyzing empirical evidence from real-world projects, the team assesses the impact of agile practices on project success and identifies areas for refinement.</a:t>
            </a:r>
          </a:p>
        </p:txBody>
      </p:sp>
    </p:spTree>
    <p:extLst>
      <p:ext uri="{BB962C8B-B14F-4D97-AF65-F5344CB8AC3E}">
        <p14:creationId xmlns:p14="http://schemas.microsoft.com/office/powerpoint/2010/main" val="35740279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dirty="0"/>
              <a:t>By Design</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Cross-sectional  vs Longitudinal Research: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Cross-sectional research collects data from a sample of individuals or groups at a single point in time. It provides a snapshot of a population or phenomenon at a specific moment.</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Longitudinal research follows the same individuals or groups over an extended period to examine changes or development over time. It allows researchers to study patterns, trajectories, and causal relationships.</a:t>
            </a:r>
          </a:p>
        </p:txBody>
      </p:sp>
    </p:spTree>
    <p:extLst>
      <p:ext uri="{BB962C8B-B14F-4D97-AF65-F5344CB8AC3E}">
        <p14:creationId xmlns:p14="http://schemas.microsoft.com/office/powerpoint/2010/main" val="335480041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Types of Research: </a:t>
            </a:r>
            <a:r>
              <a:rPr lang="en-US" b="1" dirty="0"/>
              <a:t>By Design</a:t>
            </a: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Cross-Sectional </a:t>
            </a:r>
            <a:r>
              <a:rPr lang="en-US" sz="2400" b="1" kern="100" dirty="0">
                <a:solidFill>
                  <a:srgbClr val="000000"/>
                </a:solidFill>
                <a:latin typeface="Calibri" panose="020F0502020204030204" pitchFamily="34" charset="0"/>
                <a:ea typeface="Calibri" panose="020F0502020204030204" pitchFamily="34" charset="0"/>
              </a:rPr>
              <a:t>Research (Example)</a:t>
            </a:r>
            <a:endParaRPr lang="en-US" sz="2400" b="1" kern="100" dirty="0">
              <a:solidFill>
                <a:srgbClr val="000000"/>
              </a:solidFill>
              <a:effectLst/>
              <a:latin typeface="Calibri" panose="020F0502020204030204" pitchFamily="34" charset="0"/>
              <a:ea typeface="Calibri" panose="020F0502020204030204" pitchFamily="34" charset="0"/>
            </a:endParaRP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effectLst/>
                <a:latin typeface="Calibri" panose="020F0502020204030204" pitchFamily="34" charset="0"/>
                <a:ea typeface="Calibri" panose="020F0502020204030204" pitchFamily="34" charset="0"/>
              </a:rPr>
              <a:t>A computer scientist conducting a survey to study the adoption of cloud computing technologies among small and medium-sized enterprises (SMEs). The research collects data from a sample of SMEs at a single point in time to analyze current trends and challenges in cloud adoption</a:t>
            </a:r>
          </a:p>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Longitudinal Research (Example)</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400" kern="100" dirty="0">
                <a:solidFill>
                  <a:srgbClr val="000000"/>
                </a:solidFill>
                <a:latin typeface="Calibri" panose="020F0502020204030204" pitchFamily="34" charset="0"/>
                <a:ea typeface="Calibri" panose="020F0502020204030204" pitchFamily="34" charset="0"/>
              </a:rPr>
              <a:t>A computer engineering researcher tracking the performance and reliability of solid-state drives (SSDs) over several years of usage. The study involves collecting data on SSD failure rates, performance degradation, and firmware updates to analyze long-term trends and factors affecting SSD reliability.</a:t>
            </a:r>
            <a:endParaRPr lang="en-US" sz="24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9926284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6P’s of Research</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800" kern="100" dirty="0">
                <a:solidFill>
                  <a:srgbClr val="000000"/>
                </a:solidFill>
                <a:effectLst/>
                <a:latin typeface="Calibri" panose="020F0502020204030204" pitchFamily="34" charset="0"/>
                <a:ea typeface="Calibri" panose="020F0502020204030204" pitchFamily="34" charset="0"/>
              </a:rPr>
              <a:t>The aspects of research can be categorized as the 6p’s: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P</a:t>
            </a:r>
            <a:r>
              <a:rPr lang="en-US" sz="2800" kern="100" dirty="0">
                <a:solidFill>
                  <a:srgbClr val="000000"/>
                </a:solidFill>
                <a:effectLst/>
                <a:latin typeface="Calibri" panose="020F0502020204030204" pitchFamily="34" charset="0"/>
                <a:ea typeface="Calibri" panose="020F0502020204030204" pitchFamily="34" charset="0"/>
              </a:rPr>
              <a:t>urpose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Products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Process</a:t>
            </a:r>
            <a:r>
              <a:rPr lang="en-US" sz="2800" kern="100" dirty="0">
                <a:solidFill>
                  <a:srgbClr val="000000"/>
                </a:solidFill>
                <a:latin typeface="Calibri" panose="020F0502020204030204" pitchFamily="34" charset="0"/>
                <a:ea typeface="Calibri" panose="020F0502020204030204" pitchFamily="34" charset="0"/>
              </a:rPr>
              <a:t>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P</a:t>
            </a:r>
            <a:r>
              <a:rPr lang="en-US" sz="2800" kern="100" dirty="0">
                <a:solidFill>
                  <a:srgbClr val="000000"/>
                </a:solidFill>
                <a:effectLst/>
                <a:latin typeface="Calibri" panose="020F0502020204030204" pitchFamily="34" charset="0"/>
                <a:ea typeface="Calibri" panose="020F0502020204030204" pitchFamily="34" charset="0"/>
              </a:rPr>
              <a:t>articipants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P</a:t>
            </a:r>
            <a:r>
              <a:rPr lang="en-US" sz="2800" kern="100" dirty="0">
                <a:solidFill>
                  <a:srgbClr val="000000"/>
                </a:solidFill>
                <a:effectLst/>
                <a:latin typeface="Calibri" panose="020F0502020204030204" pitchFamily="34" charset="0"/>
                <a:ea typeface="Calibri" panose="020F0502020204030204" pitchFamily="34" charset="0"/>
              </a:rPr>
              <a:t>aradigm and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Presentation.</a:t>
            </a:r>
          </a:p>
          <a:p>
            <a:pPr indent="0" algn="l" fontAlgn="base">
              <a:lnSpc>
                <a:spcPct val="96000"/>
              </a:lnSpc>
              <a:spcBef>
                <a:spcPts val="0"/>
              </a:spcBef>
              <a:spcAft>
                <a:spcPts val="390"/>
              </a:spcAft>
              <a:buClr>
                <a:srgbClr val="2DA2BF"/>
              </a:buClr>
              <a:buSzPts val="1650"/>
            </a:pPr>
            <a:r>
              <a:rPr lang="en-US" sz="2800" kern="100" dirty="0">
                <a:solidFill>
                  <a:srgbClr val="000000"/>
                </a:solidFill>
                <a:effectLst/>
                <a:latin typeface="Calibri" panose="020F0502020204030204" pitchFamily="34" charset="0"/>
                <a:ea typeface="Calibri" panose="020F0502020204030204" pitchFamily="34" charset="0"/>
              </a:rPr>
              <a:t>All of these aspects need to be considered in any research project.</a:t>
            </a:r>
          </a:p>
        </p:txBody>
      </p:sp>
    </p:spTree>
    <p:extLst>
      <p:ext uri="{BB962C8B-B14F-4D97-AF65-F5344CB8AC3E}">
        <p14:creationId xmlns:p14="http://schemas.microsoft.com/office/powerpoint/2010/main" val="42147138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6P’s of Research</a:t>
            </a:r>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Purpose: </a:t>
            </a:r>
            <a:r>
              <a:rPr lang="en-US" sz="2400" b="1" kern="100" dirty="0">
                <a:solidFill>
                  <a:srgbClr val="000000"/>
                </a:solidFill>
                <a:latin typeface="Calibri" panose="020F0502020204030204" pitchFamily="34" charset="0"/>
                <a:ea typeface="Calibri" panose="020F0502020204030204" pitchFamily="34" charset="0"/>
              </a:rPr>
              <a:t>T</a:t>
            </a:r>
            <a:r>
              <a:rPr lang="en-US" sz="2400" kern="100" dirty="0">
                <a:solidFill>
                  <a:srgbClr val="000000"/>
                </a:solidFill>
                <a:effectLst/>
                <a:latin typeface="Calibri" panose="020F0502020204030204" pitchFamily="34" charset="0"/>
                <a:ea typeface="Calibri" panose="020F0502020204030204" pitchFamily="34" charset="0"/>
              </a:rPr>
              <a:t>he reason for doing the research, the topic of interest, why it is important or useful to study this, the specific research question(s) asked and the objectives set. Research without a purpose is unlikely to be good research.</a:t>
            </a:r>
          </a:p>
          <a:p>
            <a:pPr indent="0" algn="l" fontAlgn="base">
              <a:lnSpc>
                <a:spcPct val="96000"/>
              </a:lnSpc>
              <a:spcBef>
                <a:spcPts val="0"/>
              </a:spcBef>
              <a:spcAft>
                <a:spcPts val="390"/>
              </a:spcAft>
              <a:buClr>
                <a:srgbClr val="2DA2BF"/>
              </a:buClr>
              <a:buSzPts val="1650"/>
            </a:pPr>
            <a:endParaRPr lang="en-US" sz="2400" b="1" kern="100" dirty="0">
              <a:solidFill>
                <a:srgbClr val="000000"/>
              </a:solidFill>
              <a:effectLst/>
              <a:latin typeface="Calibri" panose="020F0502020204030204" pitchFamily="34" charset="0"/>
              <a:ea typeface="Calibri" panose="020F0502020204030204" pitchFamily="34" charset="0"/>
            </a:endParaRPr>
          </a:p>
          <a:p>
            <a:pPr indent="0"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Products: </a:t>
            </a:r>
            <a:r>
              <a:rPr lang="en-US" sz="2400" kern="100" dirty="0">
                <a:solidFill>
                  <a:srgbClr val="000000"/>
                </a:solidFill>
                <a:effectLst/>
                <a:latin typeface="Calibri" panose="020F0502020204030204" pitchFamily="34" charset="0"/>
                <a:ea typeface="Calibri" panose="020F0502020204030204" pitchFamily="34" charset="0"/>
              </a:rPr>
              <a:t>The outcomes of research, especially your contribution to knowledge about your subject area. Your contribution can be an answer to your original research question(s) but can also include unexpected findings. For example, you and the academic community might learn something about a particular research strategy as a result of your research. Your thesis, dissertation, conference paper or journal article is also a product of your research. For those research projects that involve design and creation, a new computer-based product or new development method could also be a product of your research.</a:t>
            </a:r>
          </a:p>
        </p:txBody>
      </p:sp>
    </p:spTree>
    <p:extLst>
      <p:ext uri="{BB962C8B-B14F-4D97-AF65-F5344CB8AC3E}">
        <p14:creationId xmlns:p14="http://schemas.microsoft.com/office/powerpoint/2010/main" val="79313988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6P’s of Research</a:t>
            </a:r>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Process: </a:t>
            </a:r>
            <a:r>
              <a:rPr lang="en-US" sz="2400" kern="100" dirty="0">
                <a:solidFill>
                  <a:srgbClr val="000000"/>
                </a:solidFill>
                <a:latin typeface="Calibri" panose="020F0502020204030204" pitchFamily="34" charset="0"/>
                <a:ea typeface="Calibri" panose="020F0502020204030204" pitchFamily="34" charset="0"/>
              </a:rPr>
              <a:t>T</a:t>
            </a:r>
            <a:r>
              <a:rPr lang="en-US" sz="2400" kern="100" dirty="0">
                <a:solidFill>
                  <a:srgbClr val="000000"/>
                </a:solidFill>
                <a:effectLst/>
                <a:latin typeface="Calibri" panose="020F0502020204030204" pitchFamily="34" charset="0"/>
                <a:ea typeface="Calibri" panose="020F0502020204030204" pitchFamily="34" charset="0"/>
              </a:rPr>
              <a:t>he sequence of activities undertaken in any research project. The process involves identifying one or more research topics,  establishing a  conceptual framework (the way you choose to think about your research topic), the selection and use of a research strategy and data generation methods, the analysis of data and the drawing of conclusions, including recognizing any limitations in your own research. As explained already, the process should be carried out systematically if the research is to be accepted as rigorous.</a:t>
            </a:r>
            <a:endParaRPr lang="en-US" sz="2400" b="1"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7184961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6P’s of Research</a:t>
            </a:r>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Participants:</a:t>
            </a:r>
          </a:p>
          <a:p>
            <a:pPr indent="0" algn="l" fontAlgn="base">
              <a:lnSpc>
                <a:spcPct val="96000"/>
              </a:lnSpc>
              <a:spcBef>
                <a:spcPts val="0"/>
              </a:spcBef>
              <a:spcAft>
                <a:spcPts val="390"/>
              </a:spcAft>
              <a:buClr>
                <a:srgbClr val="2DA2BF"/>
              </a:buClr>
              <a:buSzPts val="1650"/>
            </a:pPr>
            <a:r>
              <a:rPr lang="en-US" sz="2400" kern="100" dirty="0">
                <a:solidFill>
                  <a:srgbClr val="000000"/>
                </a:solidFill>
                <a:latin typeface="Calibri" panose="020F0502020204030204" pitchFamily="34" charset="0"/>
                <a:ea typeface="Calibri" panose="020F0502020204030204" pitchFamily="34" charset="0"/>
              </a:rPr>
              <a:t>T</a:t>
            </a:r>
            <a:r>
              <a:rPr lang="en-US" sz="2400" kern="100" dirty="0">
                <a:solidFill>
                  <a:srgbClr val="000000"/>
                </a:solidFill>
                <a:effectLst/>
                <a:latin typeface="Calibri" panose="020F0502020204030204" pitchFamily="34" charset="0"/>
                <a:ea typeface="Calibri" panose="020F0502020204030204" pitchFamily="34" charset="0"/>
              </a:rPr>
              <a:t>hese include those whom you directly involve in your research, for example by interviewing them or observing them, and also those who are indirectly involved, such as the editors to whom you submit a research paper. It is important</a:t>
            </a:r>
            <a:r>
              <a:rPr lang="en-US" sz="2400" kern="100" dirty="0">
                <a:solidFill>
                  <a:srgbClr val="000000"/>
                </a:solidFill>
                <a:latin typeface="Calibri" panose="020F0502020204030204" pitchFamily="34" charset="0"/>
                <a:ea typeface="Calibri" panose="020F0502020204030204" pitchFamily="34" charset="0"/>
              </a:rPr>
              <a:t> t</a:t>
            </a:r>
            <a:r>
              <a:rPr lang="en-US" sz="2400" kern="100" dirty="0">
                <a:solidFill>
                  <a:srgbClr val="000000"/>
                </a:solidFill>
                <a:effectLst/>
                <a:latin typeface="Calibri" panose="020F0502020204030204" pitchFamily="34" charset="0"/>
                <a:ea typeface="Calibri" panose="020F0502020204030204" pitchFamily="34" charset="0"/>
              </a:rPr>
              <a:t>hat you deal with all these people legally and ethically, that is, you do not do anything that might annoy them or cause them harm (physically, mentally or socially). You yourself as a researcher are also a research participant. As we shall see later, for some types of research, researchers are expected to be objective and remain largely unseen in the reporting of their research, whereas in other types of research, the researchers are open about their feelings and how their presence influenced the other participants and the research situation.</a:t>
            </a:r>
          </a:p>
        </p:txBody>
      </p:sp>
    </p:spTree>
    <p:extLst>
      <p:ext uri="{BB962C8B-B14F-4D97-AF65-F5344CB8AC3E}">
        <p14:creationId xmlns:p14="http://schemas.microsoft.com/office/powerpoint/2010/main" val="380311862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6P’s of Research</a:t>
            </a:r>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Paradigm: </a:t>
            </a:r>
            <a:r>
              <a:rPr lang="en-US" sz="2400" kern="100" dirty="0">
                <a:solidFill>
                  <a:srgbClr val="000000"/>
                </a:solidFill>
                <a:effectLst/>
                <a:latin typeface="Calibri" panose="020F0502020204030204" pitchFamily="34" charset="0"/>
                <a:ea typeface="Calibri" panose="020F0502020204030204" pitchFamily="34" charset="0"/>
              </a:rPr>
              <a:t>It outlines the step-by-step protocols and guidelines for conducting the research. This includes details on participant recruitment, data collection methods, experimental protocols, and ethical considerations. Clear and well-defined procedures are essential for ensuring consistency, reliability, and replicability of the research findings. By adhering to standardized procedures, researchers minimize potential biases and errors, enhancing the credibility and trustworthiness of their findings. Additionally, clear procedural guidelines facilitate transparency and accountability, allowing other researchers to replicate the study and verify its results, thus contributing to the cumulative advancement of knowledge within the field.</a:t>
            </a:r>
          </a:p>
        </p:txBody>
      </p:sp>
    </p:spTree>
    <p:extLst>
      <p:ext uri="{BB962C8B-B14F-4D97-AF65-F5344CB8AC3E}">
        <p14:creationId xmlns:p14="http://schemas.microsoft.com/office/powerpoint/2010/main" val="11576095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de-DE" dirty="0"/>
              <a:t>6P’s of Research</a:t>
            </a:r>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Presentation: </a:t>
            </a:r>
            <a:r>
              <a:rPr lang="en-US" sz="2400" kern="100" dirty="0">
                <a:solidFill>
                  <a:srgbClr val="000000"/>
                </a:solidFill>
                <a:effectLst/>
                <a:latin typeface="Calibri" panose="020F0502020204030204" pitchFamily="34" charset="0"/>
                <a:ea typeface="Calibri" panose="020F0502020204030204" pitchFamily="34" charset="0"/>
              </a:rPr>
              <a:t> Presentation refers to how the research findings will be communicated to various stakeholders, including academic peers, policymakers, practitioners, and the general public. This involves selecting appropriate formats, such as research papers, presentations, reports, or visualizations, and identifying suitable dissemination channels, such as conferences, journals, websites, or media platforms. Effective presentation enhances the visibility, accessibility, and impact of the research, maximizing its reach and relevance. By crafting compelling narratives and engaging visuals, researchers can effectively communicate their findings, spark discussions, and inspire action, thereby fulfilling the broader objectives of knowledge dissemination and societal impact.</a:t>
            </a:r>
          </a:p>
        </p:txBody>
      </p:sp>
    </p:spTree>
    <p:extLst>
      <p:ext uri="{BB962C8B-B14F-4D97-AF65-F5344CB8AC3E}">
        <p14:creationId xmlns:p14="http://schemas.microsoft.com/office/powerpoint/2010/main" val="323059760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Purpose of research – </a:t>
            </a:r>
            <a:r>
              <a:rPr lang="en-US" sz="3600" dirty="0"/>
              <a:t>Reasons for doing research</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300" kern="100" dirty="0">
                <a:solidFill>
                  <a:srgbClr val="000000"/>
                </a:solidFill>
                <a:effectLst/>
                <a:latin typeface="Calibri" panose="020F0502020204030204" pitchFamily="34" charset="0"/>
                <a:ea typeface="Calibri" panose="020F0502020204030204" pitchFamily="34" charset="0"/>
              </a:rPr>
              <a:t>The purpose of research is to enhance society by advancing knowledge through scientific theories, concepts and ideas. A research purpose is met through forming hypotheses, collecting data, </a:t>
            </a:r>
            <a:r>
              <a:rPr lang="en-US" sz="2300" kern="100" dirty="0" err="1">
                <a:solidFill>
                  <a:srgbClr val="000000"/>
                </a:solidFill>
                <a:effectLst/>
                <a:latin typeface="Calibri" panose="020F0502020204030204" pitchFamily="34" charset="0"/>
                <a:ea typeface="Calibri" panose="020F0502020204030204" pitchFamily="34" charset="0"/>
              </a:rPr>
              <a:t>analysing</a:t>
            </a:r>
            <a:r>
              <a:rPr lang="en-US" sz="2300" kern="100" dirty="0">
                <a:solidFill>
                  <a:srgbClr val="000000"/>
                </a:solidFill>
                <a:effectLst/>
                <a:latin typeface="Calibri" panose="020F0502020204030204" pitchFamily="34" charset="0"/>
                <a:ea typeface="Calibri" panose="020F0502020204030204" pitchFamily="34" charset="0"/>
              </a:rPr>
              <a:t>, etc.  It summarizes the research study’s specific topic and goals, providing readers with an accurate, concrete understanding of the findings, the purpose of research and its characteristics. The basic properties of the research purpose are given below:</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The research purpose should be Specific and precise – not general, broad or obscure.</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It should be defined concisely (within one or two sentences)</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The research goal should be apparent. It should not be vague, ambiguous or confusing to the readers.</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All the statements should be Goal-oriented and also stated in terms of desired outcomes.</a:t>
            </a:r>
          </a:p>
        </p:txBody>
      </p:sp>
    </p:spTree>
    <p:extLst>
      <p:ext uri="{BB962C8B-B14F-4D97-AF65-F5344CB8AC3E}">
        <p14:creationId xmlns:p14="http://schemas.microsoft.com/office/powerpoint/2010/main" val="9362430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Purpose of research – </a:t>
            </a:r>
            <a:r>
              <a:rPr lang="en-US" sz="3600" dirty="0"/>
              <a:t>Reasons for doing research</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300" kern="100" dirty="0">
                <a:solidFill>
                  <a:srgbClr val="000000"/>
                </a:solidFill>
                <a:effectLst/>
                <a:latin typeface="Calibri" panose="020F0502020204030204" pitchFamily="34" charset="0"/>
                <a:ea typeface="Calibri" panose="020F0502020204030204" pitchFamily="34" charset="0"/>
              </a:rPr>
              <a:t>The purpose of research is to enhance society by advancing knowledge through scientific theories, concepts and ideas. A research purpose is met through forming hypotheses, collecting data, </a:t>
            </a:r>
            <a:r>
              <a:rPr lang="en-US" sz="2300" kern="100" dirty="0" err="1">
                <a:solidFill>
                  <a:srgbClr val="000000"/>
                </a:solidFill>
                <a:effectLst/>
                <a:latin typeface="Calibri" panose="020F0502020204030204" pitchFamily="34" charset="0"/>
                <a:ea typeface="Calibri" panose="020F0502020204030204" pitchFamily="34" charset="0"/>
              </a:rPr>
              <a:t>analysing</a:t>
            </a:r>
            <a:r>
              <a:rPr lang="en-US" sz="2300" kern="100" dirty="0">
                <a:solidFill>
                  <a:srgbClr val="000000"/>
                </a:solidFill>
                <a:effectLst/>
                <a:latin typeface="Calibri" panose="020F0502020204030204" pitchFamily="34" charset="0"/>
                <a:ea typeface="Calibri" panose="020F0502020204030204" pitchFamily="34" charset="0"/>
              </a:rPr>
              <a:t>, etc.  It summarizes the research study’s specific topic and goals, providing readers with an accurate, concrete understanding of the findings, the purpose of research and its characteristics. The basic properties of the research purpose are given below:</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The research purpose should be Specific and precise – not general, broad or obscure.</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It should be defined concisely (within one or two sentences)</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The research goal should be apparent. It should not be vague, ambiguous or confusing to the readers.</a:t>
            </a:r>
          </a:p>
          <a:p>
            <a:pPr marL="342900" indent="-342900" fontAlgn="base">
              <a:lnSpc>
                <a:spcPct val="96000"/>
              </a:lnSpc>
              <a:spcBef>
                <a:spcPts val="0"/>
              </a:spcBef>
              <a:spcAft>
                <a:spcPts val="390"/>
              </a:spcAft>
              <a:buClr>
                <a:srgbClr val="2DA2BF"/>
              </a:buClr>
              <a:buSzPts val="1650"/>
              <a:buFont typeface="Arial" panose="020B0604020202020204" pitchFamily="34" charset="0"/>
              <a:buChar char="•"/>
            </a:pPr>
            <a:r>
              <a:rPr lang="en-US" sz="2300" kern="100" dirty="0">
                <a:solidFill>
                  <a:srgbClr val="000000"/>
                </a:solidFill>
                <a:effectLst/>
                <a:latin typeface="Calibri" panose="020F0502020204030204" pitchFamily="34" charset="0"/>
                <a:ea typeface="Calibri" panose="020F0502020204030204" pitchFamily="34" charset="0"/>
              </a:rPr>
              <a:t>All the statements should be Goal-oriented and also stated in terms of desired outcomes.</a:t>
            </a:r>
          </a:p>
        </p:txBody>
      </p:sp>
    </p:spTree>
    <p:extLst>
      <p:ext uri="{BB962C8B-B14F-4D97-AF65-F5344CB8AC3E}">
        <p14:creationId xmlns:p14="http://schemas.microsoft.com/office/powerpoint/2010/main" val="190064550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Purpose of research – </a:t>
            </a:r>
            <a:r>
              <a:rPr lang="en-US" sz="3600" dirty="0"/>
              <a:t>Reasons for doing research</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200" kern="100" dirty="0">
                <a:solidFill>
                  <a:srgbClr val="000000"/>
                </a:solidFill>
                <a:effectLst/>
                <a:latin typeface="Calibri" panose="020F0502020204030204" pitchFamily="34" charset="0"/>
                <a:ea typeface="Calibri" panose="020F0502020204030204" pitchFamily="34" charset="0"/>
              </a:rPr>
              <a:t>Here are some key points to remember for the purpose of research </a:t>
            </a:r>
          </a:p>
          <a:p>
            <a:pPr marL="457200" indent="-457200" fontAlgn="base">
              <a:lnSpc>
                <a:spcPct val="96000"/>
              </a:lnSpc>
              <a:spcBef>
                <a:spcPts val="0"/>
              </a:spcBef>
              <a:spcAft>
                <a:spcPts val="390"/>
              </a:spcAft>
              <a:buClr>
                <a:srgbClr val="2DA2BF"/>
              </a:buClr>
              <a:buSzPts val="1650"/>
              <a:buFont typeface="+mj-lt"/>
              <a:buAutoNum type="arabicPeriod"/>
            </a:pPr>
            <a:r>
              <a:rPr lang="en-US" sz="2200" kern="100" dirty="0">
                <a:solidFill>
                  <a:srgbClr val="000000"/>
                </a:solidFill>
                <a:latin typeface="Calibri" panose="020F0502020204030204" pitchFamily="34" charset="0"/>
                <a:ea typeface="Calibri" panose="020F0502020204030204" pitchFamily="34" charset="0"/>
              </a:rPr>
              <a:t>S</a:t>
            </a:r>
            <a:r>
              <a:rPr lang="en-US" sz="2200" kern="100" dirty="0">
                <a:solidFill>
                  <a:srgbClr val="000000"/>
                </a:solidFill>
                <a:effectLst/>
                <a:latin typeface="Calibri" panose="020F0502020204030204" pitchFamily="34" charset="0"/>
                <a:ea typeface="Calibri" panose="020F0502020204030204" pitchFamily="34" charset="0"/>
              </a:rPr>
              <a:t>tate the general purpose of the Study: The study’s overall purpose is to examine the effect of learning a foreign language early and how it will affect them.</a:t>
            </a:r>
          </a:p>
          <a:p>
            <a:pPr marL="457200" indent="-457200" fontAlgn="base">
              <a:lnSpc>
                <a:spcPct val="96000"/>
              </a:lnSpc>
              <a:spcBef>
                <a:spcPts val="0"/>
              </a:spcBef>
              <a:spcAft>
                <a:spcPts val="390"/>
              </a:spcAft>
              <a:buClr>
                <a:srgbClr val="2DA2BF"/>
              </a:buClr>
              <a:buSzPts val="1650"/>
              <a:buFont typeface="+mj-lt"/>
              <a:buAutoNum type="arabicPeriod"/>
            </a:pPr>
            <a:r>
              <a:rPr lang="en-US" sz="2200" kern="100" dirty="0">
                <a:solidFill>
                  <a:srgbClr val="000000"/>
                </a:solidFill>
                <a:effectLst/>
                <a:latin typeface="Calibri" panose="020F0502020204030204" pitchFamily="34" charset="0"/>
                <a:ea typeface="Calibri" panose="020F0502020204030204" pitchFamily="34" charset="0"/>
              </a:rPr>
              <a:t>Identify the specific purpose of every key variable: How they grasp, reading fluency, reading comprehension, vocabulary, and interest in the language are the particular variables.</a:t>
            </a:r>
          </a:p>
          <a:p>
            <a:pPr marL="457200" indent="-457200" fontAlgn="base">
              <a:lnSpc>
                <a:spcPct val="96000"/>
              </a:lnSpc>
              <a:spcBef>
                <a:spcPts val="0"/>
              </a:spcBef>
              <a:spcAft>
                <a:spcPts val="390"/>
              </a:spcAft>
              <a:buClr>
                <a:srgbClr val="2DA2BF"/>
              </a:buClr>
              <a:buSzPts val="1650"/>
              <a:buFont typeface="+mj-lt"/>
              <a:buAutoNum type="arabicPeriod"/>
            </a:pPr>
            <a:r>
              <a:rPr lang="en-US" sz="2200" kern="100" dirty="0">
                <a:solidFill>
                  <a:srgbClr val="000000"/>
                </a:solidFill>
                <a:effectLst/>
                <a:latin typeface="Calibri" panose="020F0502020204030204" pitchFamily="34" charset="0"/>
                <a:ea typeface="Calibri" panose="020F0502020204030204" pitchFamily="34" charset="0"/>
              </a:rPr>
              <a:t>State the specific purposes for the research study: Identify how often parents </a:t>
            </a:r>
            <a:r>
              <a:rPr lang="en-US" sz="2200" kern="100" dirty="0" err="1">
                <a:solidFill>
                  <a:srgbClr val="000000"/>
                </a:solidFill>
                <a:effectLst/>
                <a:latin typeface="Calibri" panose="020F0502020204030204" pitchFamily="34" charset="0"/>
                <a:ea typeface="Calibri" panose="020F0502020204030204" pitchFamily="34" charset="0"/>
              </a:rPr>
              <a:t>enrol</a:t>
            </a:r>
            <a:r>
              <a:rPr lang="en-US" sz="2200" kern="100" dirty="0">
                <a:solidFill>
                  <a:srgbClr val="000000"/>
                </a:solidFill>
                <a:effectLst/>
                <a:latin typeface="Calibri" panose="020F0502020204030204" pitchFamily="34" charset="0"/>
                <a:ea typeface="Calibri" panose="020F0502020204030204" pitchFamily="34" charset="0"/>
              </a:rPr>
              <a:t> their children in learning a foreign language or how often does school teaches. Determine the effect of learning a foreign language on the children’s reading fluency of their mother language. Ascertain the effect of learning a foreign language on the children’s reading comprehension of their mother language. Determine the effect of learning a foreign language on children’s vocabulary of their mother language.</a:t>
            </a:r>
          </a:p>
        </p:txBody>
      </p:sp>
    </p:spTree>
    <p:extLst>
      <p:ext uri="{BB962C8B-B14F-4D97-AF65-F5344CB8AC3E}">
        <p14:creationId xmlns:p14="http://schemas.microsoft.com/office/powerpoint/2010/main" val="150630401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Product of Research – outcome of research</a:t>
            </a:r>
            <a:br>
              <a:rPr lang="en-US"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200" kern="100" dirty="0">
                <a:solidFill>
                  <a:srgbClr val="000000"/>
                </a:solidFill>
                <a:effectLst/>
                <a:latin typeface="Calibri" panose="020F0502020204030204" pitchFamily="34" charset="0"/>
                <a:ea typeface="Calibri" panose="020F0502020204030204" pitchFamily="34" charset="0"/>
              </a:rPr>
              <a:t>Here are some key points to remember for the purpose of research </a:t>
            </a:r>
          </a:p>
          <a:p>
            <a:pPr marL="457200" indent="-457200" fontAlgn="base">
              <a:lnSpc>
                <a:spcPct val="96000"/>
              </a:lnSpc>
              <a:spcBef>
                <a:spcPts val="0"/>
              </a:spcBef>
              <a:spcAft>
                <a:spcPts val="390"/>
              </a:spcAft>
              <a:buClr>
                <a:srgbClr val="2DA2BF"/>
              </a:buClr>
              <a:buSzPts val="1650"/>
              <a:buFont typeface="+mj-lt"/>
              <a:buAutoNum type="arabicPeriod"/>
            </a:pPr>
            <a:r>
              <a:rPr lang="en-US" sz="2200" kern="100" dirty="0">
                <a:solidFill>
                  <a:srgbClr val="000000"/>
                </a:solidFill>
                <a:latin typeface="Calibri" panose="020F0502020204030204" pitchFamily="34" charset="0"/>
                <a:ea typeface="Calibri" panose="020F0502020204030204" pitchFamily="34" charset="0"/>
              </a:rPr>
              <a:t>S</a:t>
            </a:r>
            <a:r>
              <a:rPr lang="en-US" sz="2200" kern="100" dirty="0">
                <a:solidFill>
                  <a:srgbClr val="000000"/>
                </a:solidFill>
                <a:effectLst/>
                <a:latin typeface="Calibri" panose="020F0502020204030204" pitchFamily="34" charset="0"/>
                <a:ea typeface="Calibri" panose="020F0502020204030204" pitchFamily="34" charset="0"/>
              </a:rPr>
              <a:t>tate the general purpose of the Study: The study’s overall purpose is to examine the effect of learning a foreign language early and how it will affect them.</a:t>
            </a:r>
          </a:p>
          <a:p>
            <a:pPr marL="457200" indent="-457200" fontAlgn="base">
              <a:lnSpc>
                <a:spcPct val="96000"/>
              </a:lnSpc>
              <a:spcBef>
                <a:spcPts val="0"/>
              </a:spcBef>
              <a:spcAft>
                <a:spcPts val="390"/>
              </a:spcAft>
              <a:buClr>
                <a:srgbClr val="2DA2BF"/>
              </a:buClr>
              <a:buSzPts val="1650"/>
              <a:buFont typeface="+mj-lt"/>
              <a:buAutoNum type="arabicPeriod"/>
            </a:pPr>
            <a:r>
              <a:rPr lang="en-US" sz="2200" kern="100" dirty="0">
                <a:solidFill>
                  <a:srgbClr val="000000"/>
                </a:solidFill>
                <a:effectLst/>
                <a:latin typeface="Calibri" panose="020F0502020204030204" pitchFamily="34" charset="0"/>
                <a:ea typeface="Calibri" panose="020F0502020204030204" pitchFamily="34" charset="0"/>
              </a:rPr>
              <a:t>Identify the specific purpose of every key variable: How they grasp, reading fluency, reading comprehension, vocabulary, and interest in the language are the particular variables.</a:t>
            </a:r>
          </a:p>
          <a:p>
            <a:pPr marL="457200" indent="-457200" fontAlgn="base">
              <a:lnSpc>
                <a:spcPct val="96000"/>
              </a:lnSpc>
              <a:spcBef>
                <a:spcPts val="0"/>
              </a:spcBef>
              <a:spcAft>
                <a:spcPts val="390"/>
              </a:spcAft>
              <a:buClr>
                <a:srgbClr val="2DA2BF"/>
              </a:buClr>
              <a:buSzPts val="1650"/>
              <a:buFont typeface="+mj-lt"/>
              <a:buAutoNum type="arabicPeriod"/>
            </a:pPr>
            <a:r>
              <a:rPr lang="en-US" sz="2200" kern="100" dirty="0">
                <a:solidFill>
                  <a:srgbClr val="000000"/>
                </a:solidFill>
                <a:effectLst/>
                <a:latin typeface="Calibri" panose="020F0502020204030204" pitchFamily="34" charset="0"/>
                <a:ea typeface="Calibri" panose="020F0502020204030204" pitchFamily="34" charset="0"/>
              </a:rPr>
              <a:t>State the specific purposes for the research study: Identify how often parents </a:t>
            </a:r>
            <a:r>
              <a:rPr lang="en-US" sz="2200" kern="100" dirty="0" err="1">
                <a:solidFill>
                  <a:srgbClr val="000000"/>
                </a:solidFill>
                <a:effectLst/>
                <a:latin typeface="Calibri" panose="020F0502020204030204" pitchFamily="34" charset="0"/>
                <a:ea typeface="Calibri" panose="020F0502020204030204" pitchFamily="34" charset="0"/>
              </a:rPr>
              <a:t>enrol</a:t>
            </a:r>
            <a:r>
              <a:rPr lang="en-US" sz="2200" kern="100" dirty="0">
                <a:solidFill>
                  <a:srgbClr val="000000"/>
                </a:solidFill>
                <a:effectLst/>
                <a:latin typeface="Calibri" panose="020F0502020204030204" pitchFamily="34" charset="0"/>
                <a:ea typeface="Calibri" panose="020F0502020204030204" pitchFamily="34" charset="0"/>
              </a:rPr>
              <a:t> their children in learning a foreign language or how often does school teaches. Determine the effect of learning a foreign language on the children’s reading fluency of their mother language. Ascertain the effect of learning a foreign language on the children’s reading comprehension of their mother language. Determine the effect of learning a foreign language on children’s vocabulary of their mother language.</a:t>
            </a:r>
          </a:p>
        </p:txBody>
      </p:sp>
    </p:spTree>
    <p:extLst>
      <p:ext uri="{BB962C8B-B14F-4D97-AF65-F5344CB8AC3E}">
        <p14:creationId xmlns:p14="http://schemas.microsoft.com/office/powerpoint/2010/main" val="349069424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Characteristic of Research</a:t>
            </a:r>
            <a:br>
              <a:rPr lang="en-US" dirty="0"/>
            </a:br>
            <a:endParaRPr lang="de-DE" dirty="0"/>
          </a:p>
        </p:txBody>
      </p:sp>
      <p:sp>
        <p:nvSpPr>
          <p:cNvPr id="13" name="Inhaltsplatzhalter 3"/>
          <p:cNvSpPr>
            <a:spLocks noGrp="1"/>
          </p:cNvSpPr>
          <p:nvPr>
            <p:ph idx="1"/>
          </p:nvPr>
        </p:nvSpPr>
        <p:spPr>
          <a:xfrm>
            <a:off x="840792" y="1304764"/>
            <a:ext cx="5136570" cy="4248472"/>
          </a:xfrm>
        </p:spPr>
        <p:txBody>
          <a:bodyPr/>
          <a:lstStyle/>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1. Purposiveness</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2. Rigor</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3. Testability</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4. Replicability</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5. Precision</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6. Objectivity</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7. Generalizability</a:t>
            </a:r>
          </a:p>
          <a:p>
            <a:pPr indent="0" algn="l" fontAlgn="base">
              <a:lnSpc>
                <a:spcPct val="96000"/>
              </a:lnSpc>
              <a:spcBef>
                <a:spcPts val="0"/>
              </a:spcBef>
              <a:spcAft>
                <a:spcPts val="390"/>
              </a:spcAft>
              <a:buClr>
                <a:srgbClr val="2DA2BF"/>
              </a:buClr>
              <a:buSzPts val="1650"/>
            </a:pPr>
            <a:r>
              <a:rPr lang="en-US" sz="3200" kern="100" dirty="0">
                <a:solidFill>
                  <a:srgbClr val="000000"/>
                </a:solidFill>
                <a:effectLst/>
                <a:latin typeface="Calibri" panose="020F0502020204030204" pitchFamily="34" charset="0"/>
                <a:ea typeface="Calibri" panose="020F0502020204030204" pitchFamily="34" charset="0"/>
              </a:rPr>
              <a:t>8. Parsimony</a:t>
            </a:r>
          </a:p>
          <a:p>
            <a:pPr indent="0" algn="l" fontAlgn="base">
              <a:lnSpc>
                <a:spcPct val="96000"/>
              </a:lnSpc>
              <a:spcBef>
                <a:spcPts val="0"/>
              </a:spcBef>
              <a:spcAft>
                <a:spcPts val="390"/>
              </a:spcAft>
              <a:buClr>
                <a:srgbClr val="2DA2BF"/>
              </a:buClr>
              <a:buSzPts val="1650"/>
            </a:pPr>
            <a:endParaRPr lang="en-US" sz="22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25362953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Characteristic of Research</a:t>
            </a:r>
            <a:br>
              <a:rPr lang="en-US" dirty="0"/>
            </a:br>
            <a:endParaRPr lang="de-DE" dirty="0"/>
          </a:p>
        </p:txBody>
      </p:sp>
      <p:sp>
        <p:nvSpPr>
          <p:cNvPr id="13" name="Inhaltsplatzhalter 3"/>
          <p:cNvSpPr>
            <a:spLocks noGrp="1"/>
          </p:cNvSpPr>
          <p:nvPr>
            <p:ph idx="1"/>
          </p:nvPr>
        </p:nvSpPr>
        <p:spPr>
          <a:xfrm>
            <a:off x="840792" y="1304764"/>
            <a:ext cx="11159864" cy="4248472"/>
          </a:xfrm>
        </p:spPr>
        <p:txBody>
          <a:bodyPr/>
          <a:lstStyle/>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Purposiveness</a:t>
            </a:r>
            <a:r>
              <a:rPr lang="en-US" sz="2400" kern="100" dirty="0">
                <a:solidFill>
                  <a:srgbClr val="000000"/>
                </a:solidFill>
                <a:effectLst/>
                <a:latin typeface="Calibri" panose="020F0502020204030204" pitchFamily="34" charset="0"/>
                <a:ea typeface="Calibri" panose="020F0502020204030204" pitchFamily="34" charset="0"/>
              </a:rPr>
              <a:t>:  Research is goal-oriented, driven by specific objectives or aims, guiding the researcher's efforts towards achieving a defined purpose.</a:t>
            </a:r>
          </a:p>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Rigor</a:t>
            </a:r>
            <a:r>
              <a:rPr lang="en-US" sz="2400" kern="100" dirty="0">
                <a:solidFill>
                  <a:srgbClr val="000000"/>
                </a:solidFill>
                <a:effectLst/>
                <a:latin typeface="Calibri" panose="020F0502020204030204" pitchFamily="34" charset="0"/>
                <a:ea typeface="Calibri" panose="020F0502020204030204" pitchFamily="34" charset="0"/>
              </a:rPr>
              <a:t>: Research demands strict adherence to methodological standards and thoroughness in data collection, analysis, and interpretation to ensure the reliability and validity of findings.</a:t>
            </a:r>
          </a:p>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Testability</a:t>
            </a:r>
            <a:r>
              <a:rPr lang="en-US" sz="2400" kern="100" dirty="0">
                <a:solidFill>
                  <a:srgbClr val="000000"/>
                </a:solidFill>
                <a:effectLst/>
                <a:latin typeface="Calibri" panose="020F0502020204030204" pitchFamily="34" charset="0"/>
                <a:ea typeface="Calibri" panose="020F0502020204030204" pitchFamily="34" charset="0"/>
              </a:rPr>
              <a:t>: Research hypotheses or propositions must be formulated in a way that allows them to be empirically tested through observation or experimentation, facilitating the validation or falsification of theories.</a:t>
            </a:r>
          </a:p>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Replicability</a:t>
            </a:r>
            <a:r>
              <a:rPr lang="en-US" sz="2400" kern="100" dirty="0">
                <a:solidFill>
                  <a:srgbClr val="000000"/>
                </a:solidFill>
                <a:effectLst/>
                <a:latin typeface="Calibri" panose="020F0502020204030204" pitchFamily="34" charset="0"/>
                <a:ea typeface="Calibri" panose="020F0502020204030204" pitchFamily="34" charset="0"/>
              </a:rPr>
              <a:t>:  Research findings should be replicable, meaning that other researchers should be able to conduct similar studies and obtain comparable results, enhancing the credibility and trustworthiness of the research</a:t>
            </a:r>
          </a:p>
        </p:txBody>
      </p:sp>
    </p:spTree>
    <p:extLst>
      <p:ext uri="{BB962C8B-B14F-4D97-AF65-F5344CB8AC3E}">
        <p14:creationId xmlns:p14="http://schemas.microsoft.com/office/powerpoint/2010/main" val="394992127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 Introduction</a:t>
            </a:r>
            <a:br>
              <a:rPr lang="de-DE" dirty="0"/>
            </a:br>
            <a:r>
              <a:rPr lang="en-US" dirty="0"/>
              <a:t>Characteristic of Research</a:t>
            </a:r>
            <a:br>
              <a:rPr lang="en-US" dirty="0"/>
            </a:br>
            <a:endParaRPr lang="de-DE" dirty="0"/>
          </a:p>
        </p:txBody>
      </p:sp>
      <p:sp>
        <p:nvSpPr>
          <p:cNvPr id="13" name="Inhaltsplatzhalter 3"/>
          <p:cNvSpPr>
            <a:spLocks noGrp="1"/>
          </p:cNvSpPr>
          <p:nvPr>
            <p:ph idx="1"/>
          </p:nvPr>
        </p:nvSpPr>
        <p:spPr>
          <a:xfrm>
            <a:off x="840792" y="1304764"/>
            <a:ext cx="11159864" cy="4248472"/>
          </a:xfrm>
        </p:spPr>
        <p:txBody>
          <a:bodyPr/>
          <a:lstStyle/>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Precision</a:t>
            </a:r>
            <a:r>
              <a:rPr lang="en-US" sz="2400" kern="100" dirty="0">
                <a:solidFill>
                  <a:srgbClr val="000000"/>
                </a:solidFill>
                <a:effectLst/>
                <a:latin typeface="Calibri" panose="020F0502020204030204" pitchFamily="34" charset="0"/>
                <a:ea typeface="Calibri" panose="020F0502020204030204" pitchFamily="34" charset="0"/>
              </a:rPr>
              <a:t>: Research requires clear and precise definitions of concepts, operationalizations of variables, and measurements to ensure accuracy and minimize ambiguity in interpreting results.</a:t>
            </a:r>
          </a:p>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Objectivity</a:t>
            </a:r>
            <a:r>
              <a:rPr lang="en-US" sz="2400" kern="100" dirty="0">
                <a:solidFill>
                  <a:srgbClr val="000000"/>
                </a:solidFill>
                <a:effectLst/>
                <a:latin typeface="Calibri" panose="020F0502020204030204" pitchFamily="34" charset="0"/>
                <a:ea typeface="Calibri" panose="020F0502020204030204" pitchFamily="34" charset="0"/>
              </a:rPr>
              <a:t>:  Research aims to minimize bias and subjectivity in data collection, analysis, and interpretation, by employing standardized procedures, statistical techniques, and critical thinking to maintain neutrality and impartiality.</a:t>
            </a:r>
          </a:p>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Generalizability</a:t>
            </a:r>
            <a:r>
              <a:rPr lang="en-US" sz="2400" kern="100" dirty="0">
                <a:solidFill>
                  <a:srgbClr val="000000"/>
                </a:solidFill>
                <a:effectLst/>
                <a:latin typeface="Calibri" panose="020F0502020204030204" pitchFamily="34" charset="0"/>
                <a:ea typeface="Calibri" panose="020F0502020204030204" pitchFamily="34" charset="0"/>
              </a:rPr>
              <a:t>: Research findings should be applicable beyond the specific context in which the study was conducted, allowing for the extrapolation of results to broader populations, settings, or situations.</a:t>
            </a:r>
          </a:p>
          <a:p>
            <a:pPr marL="457200" indent="-457200" algn="l" fontAlgn="base">
              <a:lnSpc>
                <a:spcPct val="96000"/>
              </a:lnSpc>
              <a:spcBef>
                <a:spcPts val="0"/>
              </a:spcBef>
              <a:spcAft>
                <a:spcPts val="390"/>
              </a:spcAft>
              <a:buClr>
                <a:srgbClr val="2DA2BF"/>
              </a:buClr>
              <a:buSzPts val="1650"/>
              <a:buFont typeface="+mj-lt"/>
              <a:buAutoNum type="arabicPeriod"/>
            </a:pPr>
            <a:r>
              <a:rPr lang="en-US" sz="2400" b="1" kern="100" dirty="0">
                <a:solidFill>
                  <a:srgbClr val="000000"/>
                </a:solidFill>
                <a:effectLst/>
                <a:latin typeface="Calibri" panose="020F0502020204030204" pitchFamily="34" charset="0"/>
                <a:ea typeface="Calibri" panose="020F0502020204030204" pitchFamily="34" charset="0"/>
              </a:rPr>
              <a:t>Parsimony</a:t>
            </a:r>
            <a:r>
              <a:rPr lang="en-US" sz="2400" kern="100" dirty="0">
                <a:solidFill>
                  <a:srgbClr val="000000"/>
                </a:solidFill>
                <a:effectLst/>
                <a:latin typeface="Calibri" panose="020F0502020204030204" pitchFamily="34" charset="0"/>
                <a:ea typeface="Calibri" panose="020F0502020204030204" pitchFamily="34" charset="0"/>
              </a:rPr>
              <a:t>: Research seeks simplicity and economy in explanations and interpretations, favoring the simplest explanation or theory that adequately accounts for the observed phenomena, avoiding unnecessary complexity or redundancy.</a:t>
            </a:r>
          </a:p>
          <a:p>
            <a:pPr indent="0" algn="l" fontAlgn="base">
              <a:lnSpc>
                <a:spcPct val="96000"/>
              </a:lnSpc>
              <a:spcBef>
                <a:spcPts val="0"/>
              </a:spcBef>
              <a:spcAft>
                <a:spcPts val="390"/>
              </a:spcAft>
              <a:buClr>
                <a:srgbClr val="2DA2BF"/>
              </a:buClr>
              <a:buSzPts val="1650"/>
            </a:pPr>
            <a:endParaRPr lang="en-US" sz="1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2044068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18152" y="4077072"/>
            <a:ext cx="12192000" cy="821953"/>
          </a:xfrm>
        </p:spPr>
        <p:txBody>
          <a:bodyPr/>
          <a:lstStyle/>
          <a:p>
            <a:r>
              <a:rPr lang="de-DE" dirty="0"/>
              <a:t>Thanks for Listening...</a:t>
            </a:r>
          </a:p>
        </p:txBody>
      </p:sp>
    </p:spTree>
  </p:cSld>
  <p:clrMapOvr>
    <a:masterClrMapping/>
  </p:clrMapOvr>
  <p:transition>
    <p:fade/>
  </p:transition>
</p:sld>
</file>

<file path=ppt/theme/theme1.xml><?xml version="1.0" encoding="utf-8"?>
<a:theme xmlns:a="http://schemas.openxmlformats.org/drawingml/2006/main" name="LightsOn">
  <a:themeElements>
    <a:clrScheme name="Purple_Moving_Lights">
      <a:dk1>
        <a:srgbClr val="3C3C3C"/>
      </a:dk1>
      <a:lt1>
        <a:srgbClr val="64645A"/>
      </a:lt1>
      <a:dk2>
        <a:srgbClr val="FFFFF0"/>
      </a:dk2>
      <a:lt2>
        <a:srgbClr val="D2D2BE"/>
      </a:lt2>
      <a:accent1>
        <a:srgbClr val="781955"/>
      </a:accent1>
      <a:accent2>
        <a:srgbClr val="E696D2"/>
      </a:accent2>
      <a:accent3>
        <a:srgbClr val="1E4F56"/>
      </a:accent3>
      <a:accent4>
        <a:srgbClr val="647300"/>
      </a:accent4>
      <a:accent5>
        <a:srgbClr val="DCB4D2"/>
      </a:accent5>
      <a:accent6>
        <a:srgbClr val="005064"/>
      </a:accent6>
      <a:hlink>
        <a:srgbClr val="647300"/>
      </a:hlink>
      <a:folHlink>
        <a:srgbClr val="0A466E"/>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3468</TotalTime>
  <Words>4213</Words>
  <Application>Microsoft Office PowerPoint</Application>
  <PresentationFormat>Widescreen</PresentationFormat>
  <Paragraphs>252</Paragraphs>
  <Slides>38</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AGaramondPro-Bold</vt:lpstr>
      <vt:lpstr>AGaramondPro-Regular</vt:lpstr>
      <vt:lpstr>Arial</vt:lpstr>
      <vt:lpstr>Calibri</vt:lpstr>
      <vt:lpstr>Lucida Sans Unicode</vt:lpstr>
      <vt:lpstr>Times New Roman</vt:lpstr>
      <vt:lpstr>Wingdings</vt:lpstr>
      <vt:lpstr>Wingdings 3</vt:lpstr>
      <vt:lpstr>LightsOn</vt:lpstr>
      <vt:lpstr>PowerPoint Presentation</vt:lpstr>
      <vt:lpstr>Unit I Introduction</vt:lpstr>
      <vt:lpstr>Unit I Introduction What is Research?</vt:lpstr>
      <vt:lpstr>Unit I Introduction What is Research?</vt:lpstr>
      <vt:lpstr>Unit I Introduction What is Research?</vt:lpstr>
      <vt:lpstr>Unit I Introduction Research: Aims</vt:lpstr>
      <vt:lpstr>Unit I Introduction Research: Aims</vt:lpstr>
      <vt:lpstr>Unit I Introduction Research: Objectives</vt:lpstr>
      <vt:lpstr>Unit I Introduction Research: Objectives</vt:lpstr>
      <vt:lpstr>Unit I Introduction Research: Objectives</vt:lpstr>
      <vt:lpstr>Unit I Introduction Research: Objectives</vt:lpstr>
      <vt:lpstr>Unit I Introduction Research: Objectives</vt:lpstr>
      <vt:lpstr>Unit I Introduction Features of Research</vt:lpstr>
      <vt:lpstr>Unit I Introduction Types of Research</vt:lpstr>
      <vt:lpstr>Unit I Introduction Types of Research: By Purpose </vt:lpstr>
      <vt:lpstr>Unit I Introduction Types of Research: By Purpose</vt:lpstr>
      <vt:lpstr>Unit I Introduction Types of Research: By Methodology</vt:lpstr>
      <vt:lpstr>Unit I Introduction Types of Research: By Methodology</vt:lpstr>
      <vt:lpstr>Unit I Introduction Types of Research: : By Approach</vt:lpstr>
      <vt:lpstr>Unit I Introduction Types of Research: By Approach</vt:lpstr>
      <vt:lpstr>Unit I Introduction Types of Research: By Approach</vt:lpstr>
      <vt:lpstr>Unit I Introduction Types of Research: By Approach</vt:lpstr>
      <vt:lpstr>Unit I Introduction Types of Research: By Design</vt:lpstr>
      <vt:lpstr>Unit I Introduction Types of Research: By Design</vt:lpstr>
      <vt:lpstr>Unit I Introduction 6P’s of Research </vt:lpstr>
      <vt:lpstr>Unit I Introduction 6P’s of Research</vt:lpstr>
      <vt:lpstr>Unit I Introduction 6P’s of Research</vt:lpstr>
      <vt:lpstr>Unit I Introduction 6P’s of Research</vt:lpstr>
      <vt:lpstr>Unit I Introduction 6P’s of Research</vt:lpstr>
      <vt:lpstr>Unit I Introduction 6P’s of Research</vt:lpstr>
      <vt:lpstr>Unit I Introduction Purpose of research – Reasons for doing research </vt:lpstr>
      <vt:lpstr>Unit I Introduction Purpose of research – Reasons for doing research </vt:lpstr>
      <vt:lpstr>Unit I Introduction Purpose of research – Reasons for doing research </vt:lpstr>
      <vt:lpstr>Unit I Introduction Product of Research – outcome of research </vt:lpstr>
      <vt:lpstr>Unit I Introduction Characteristic of Research </vt:lpstr>
      <vt:lpstr>Unit I Introduction Characteristic of Research </vt:lpstr>
      <vt:lpstr>Unit I Introduction Characteristic of Research </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booboo</dc:creator>
  <cp:lastModifiedBy>Prem Bahadur KC</cp:lastModifiedBy>
  <cp:revision>230</cp:revision>
  <dcterms:created xsi:type="dcterms:W3CDTF">2011-04-28T14:24:50Z</dcterms:created>
  <dcterms:modified xsi:type="dcterms:W3CDTF">2025-12-01T03:10:29Z</dcterms:modified>
</cp:coreProperties>
</file>