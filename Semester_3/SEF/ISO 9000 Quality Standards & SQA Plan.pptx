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1E55-9E0C-35EC-1D17-30BECE65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B6ED2-397A-7421-693C-E9CAD1587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F8ABE-7EDF-0D21-F5B0-FF95AD74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5B82-49CF-6343-EDD3-A526B321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CE107-9166-5D2F-BD04-FAFB5358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2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F90E-D160-AB4B-24EE-A6936B00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0F8FC-81D3-A6D5-3E74-D6339C06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6B142-6F4B-09EA-4E87-BE7A6703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D17F8-272A-0491-4367-1AE43F2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B029-747D-BB79-4179-3FB13379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0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0B4F-1DDC-72A6-6902-11A1F036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6D8F-1EC0-5BC1-C1B2-F6F1B6D54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813A6-8DEE-766F-AD8A-3BFE9F23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53202-EA11-38B9-EE08-BE2DAE99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B7781-9A38-E2F7-C801-A890C581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0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1FC0-E8E3-C626-08C6-7AAB3E67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FCB37-831F-E44A-232F-4833A23F2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5DF44-F78E-B3EA-C18A-97544E688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03E2A-041F-6545-0BDE-4E0533E9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0B245-5686-7B49-BFEC-1C34E90D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832E8-B852-5062-26E6-C0BF2B4C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2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7419-B131-E171-BD01-ABE567D5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41FB3-F345-C661-1F07-6B5B4786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CB746-EF09-CBF7-4228-E30ADA23A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A0122-481D-3DB9-5338-E7F95DD01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B15E1-B74D-59A2-2BE8-75D8477CE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4A638-1562-5435-6B59-759B61A7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496D31-F638-88DB-5FB4-E21D864C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A96FD-909A-369C-3B38-589EE66B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6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0FC5-43AF-FCD6-D33B-DE5645DA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9E37A-FA2A-5F56-0001-BC1523BA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06F0-AAF5-582B-A26C-B6AFB7798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8E4E0-E6BC-44C5-4CBF-AAB21A2B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2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FE6BB-3926-A891-BBEC-6FF1FA4EA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CDB91-3251-C65C-68D2-4D5554F6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32FC2-BD34-0595-BEEF-ABCBA35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6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5241-0A10-5A1B-7194-3A42B8215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94115-4A36-A851-A092-205D1B99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B5116-F100-C791-DD3B-613E4F531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ECE67-312B-7DB9-C77E-294E2E06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86E1-5654-B256-0F91-6A483636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F8627-B7AC-4C04-DCE7-0504A7F9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3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EEB2-942D-4157-5557-97A805E5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66EFF-F415-AFE3-2CEA-58BB44409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16DF7-9754-8A9B-9C0B-2D206BB92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2D1EF-59D2-3EC8-348D-62939AC3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837EE-7424-AF15-B501-985BFC55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A67D-30C8-EAF3-8A99-CF2FB6BF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A882-885D-58E5-8495-D2C0C482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A398A-5711-BCB9-690F-BD107B5A0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668F7-11A1-6F70-8631-E07AB750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1AD7E-EEB4-AAA3-E9E5-17890270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6C11-105B-CECB-72FC-A231E647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43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EFEDB-416E-DA2C-79C7-2F00BC97C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C6FE8-CE70-CA4B-92EA-16F8052B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49274-B47A-F86E-0629-FFC0BEE0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0DA91-8694-8F99-256A-EE1CB98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A07C1-E3B1-0918-0B9F-115FAEE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6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9293A-6F9A-138E-4735-AF6C5360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51A20-F9F2-33C9-72B9-EE021919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2B960-DF81-6177-0478-446271705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CE29E-E016-4B3F-AF56-308FDB60D46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6DED-BE66-7128-7AD4-5507CE5D1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732F2-52BB-150D-24FD-183E315EF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CF0B5-3A34-4A91-B062-92F0BDFF0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1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C097-7BDC-F32F-E806-D97ABA173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ISO 9000 Quality Standards &amp; SQA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DD79E-4C47-58DF-1DFE-4C351EDAA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-Pujan Dhakal</a:t>
            </a:r>
          </a:p>
        </p:txBody>
      </p:sp>
    </p:spTree>
    <p:extLst>
      <p:ext uri="{BB962C8B-B14F-4D97-AF65-F5344CB8AC3E}">
        <p14:creationId xmlns:p14="http://schemas.microsoft.com/office/powerpoint/2010/main" val="232034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AEAA-37D3-E2FC-9C04-ECA42153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9000 Quality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83C4-4E6E-0413-A2E4-E41B4F16A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ISO</a:t>
            </a:r>
            <a:r>
              <a:rPr lang="en-US" dirty="0"/>
              <a:t>: International Organization for Standardization</a:t>
            </a:r>
          </a:p>
          <a:p>
            <a:r>
              <a:rPr lang="en-US" b="1" dirty="0"/>
              <a:t>ISO 9000</a:t>
            </a:r>
            <a:r>
              <a:rPr lang="en-US" dirty="0"/>
              <a:t>: Family of Quality Management System (QMS) standards</a:t>
            </a:r>
          </a:p>
          <a:p>
            <a:r>
              <a:rPr lang="en-US" dirty="0"/>
              <a:t>Focuses on </a:t>
            </a:r>
            <a:r>
              <a:rPr lang="en-US" b="1" dirty="0"/>
              <a:t>process quality</a:t>
            </a:r>
            <a:r>
              <a:rPr lang="en-US" dirty="0"/>
              <a:t>, not coding techniques</a:t>
            </a:r>
          </a:p>
          <a:p>
            <a:r>
              <a:rPr lang="en-US" b="1" dirty="0"/>
              <a:t>ISO 9001</a:t>
            </a:r>
            <a:r>
              <a:rPr lang="en-US" dirty="0"/>
              <a:t> is the main certifiable standard</a:t>
            </a:r>
          </a:p>
          <a:p>
            <a:r>
              <a:rPr lang="en-US" dirty="0"/>
              <a:t>Applicable to </a:t>
            </a:r>
            <a:r>
              <a:rPr lang="en-US" b="1" dirty="0"/>
              <a:t>software and non-software organizations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3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139A-14D0-2BA6-3BBD-388B3584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9001 Principles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8942-F8D6-4FCE-3A89-490B25C69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934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Principles:</a:t>
            </a:r>
          </a:p>
          <a:p>
            <a:pPr lvl="1"/>
            <a:r>
              <a:rPr lang="en-US" dirty="0"/>
              <a:t>Customer focus</a:t>
            </a:r>
          </a:p>
          <a:p>
            <a:pPr lvl="1"/>
            <a:r>
              <a:rPr lang="en-US" dirty="0"/>
              <a:t>Leadership &amp; people involvement</a:t>
            </a:r>
          </a:p>
          <a:p>
            <a:pPr lvl="1"/>
            <a:r>
              <a:rPr lang="en-US" dirty="0"/>
              <a:t>Process approach</a:t>
            </a:r>
          </a:p>
          <a:p>
            <a:pPr lvl="1"/>
            <a:r>
              <a:rPr lang="en-US" dirty="0"/>
              <a:t>Continuous improvement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BE9F08-E3E8-1E6E-B4ED-21023A491AD1}"/>
              </a:ext>
            </a:extLst>
          </p:cNvPr>
          <p:cNvSpPr txBox="1">
            <a:spLocks/>
          </p:cNvSpPr>
          <p:nvPr/>
        </p:nvSpPr>
        <p:spPr>
          <a:xfrm>
            <a:off x="838200" y="4019216"/>
            <a:ext cx="5257800" cy="23934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Benefits in Software Industry:</a:t>
            </a:r>
          </a:p>
          <a:p>
            <a:pPr lvl="1"/>
            <a:r>
              <a:rPr lang="en-US" dirty="0"/>
              <a:t>Improved software quality</a:t>
            </a:r>
          </a:p>
          <a:p>
            <a:pPr lvl="1"/>
            <a:r>
              <a:rPr lang="en-US" dirty="0"/>
              <a:t>Reduced defects and rework</a:t>
            </a:r>
          </a:p>
          <a:p>
            <a:pPr lvl="1"/>
            <a:r>
              <a:rPr lang="en-US" dirty="0"/>
              <a:t>Better documentation</a:t>
            </a:r>
          </a:p>
          <a:p>
            <a:pPr lvl="1"/>
            <a:r>
              <a:rPr lang="en-US" dirty="0"/>
              <a:t>Higher customer satisfaction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61028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C78F1-6B84-0B4A-DA18-6B141DD6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Assurance (SQA)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35CF4-BC4B-7F6F-6A34-ED3AEC4A2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SQA</a:t>
            </a:r>
            <a:r>
              <a:rPr lang="en-US" dirty="0"/>
              <a:t>: Planned activities to ensure software quality</a:t>
            </a:r>
          </a:p>
          <a:p>
            <a:r>
              <a:rPr lang="en-US" dirty="0"/>
              <a:t>Focuses on </a:t>
            </a:r>
            <a:r>
              <a:rPr lang="en-US" b="1" dirty="0"/>
              <a:t>preventing defects</a:t>
            </a:r>
          </a:p>
          <a:p>
            <a:r>
              <a:rPr lang="en-US" b="1" dirty="0"/>
              <a:t>SQA Plan</a:t>
            </a:r>
            <a:r>
              <a:rPr lang="en-US" dirty="0"/>
              <a:t> is a document that defines:</a:t>
            </a:r>
          </a:p>
          <a:p>
            <a:pPr lvl="1"/>
            <a:r>
              <a:rPr lang="en-US" dirty="0"/>
              <a:t>Quality Standards and procedures</a:t>
            </a:r>
          </a:p>
          <a:p>
            <a:pPr lvl="1"/>
            <a:r>
              <a:rPr lang="en-US" dirty="0"/>
              <a:t>Roles and responsibilities</a:t>
            </a:r>
          </a:p>
          <a:p>
            <a:pPr lvl="1"/>
            <a:r>
              <a:rPr lang="en-US" dirty="0"/>
              <a:t>Reviews, testing, and audits</a:t>
            </a:r>
          </a:p>
          <a:p>
            <a:pPr lvl="1"/>
            <a:r>
              <a:rPr lang="en-US" dirty="0"/>
              <a:t>Problem reporting and corrective actions</a:t>
            </a:r>
          </a:p>
        </p:txBody>
      </p:sp>
    </p:spTree>
    <p:extLst>
      <p:ext uri="{BB962C8B-B14F-4D97-AF65-F5344CB8AC3E}">
        <p14:creationId xmlns:p14="http://schemas.microsoft.com/office/powerpoint/2010/main" val="89375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BFB5-4E8C-7263-BB1C-7A142BD1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7842E-D56B-0990-E86D-317F499C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ISO 9000</a:t>
            </a:r>
            <a:r>
              <a:rPr lang="en-US" dirty="0"/>
              <a:t> provides the </a:t>
            </a:r>
            <a:r>
              <a:rPr lang="en-US" b="1" dirty="0"/>
              <a:t>quality framework</a:t>
            </a:r>
          </a:p>
          <a:p>
            <a:r>
              <a:rPr lang="en-US" b="1" dirty="0"/>
              <a:t>SQA Plan</a:t>
            </a:r>
            <a:r>
              <a:rPr lang="en-US" dirty="0"/>
              <a:t> implements quality at the </a:t>
            </a:r>
            <a:r>
              <a:rPr lang="en-US" b="1" dirty="0"/>
              <a:t>project level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ISO 9000 ensures organizational quality standards, while the SQA Plan ensures high-quality software development.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0650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A9EF-157C-5940-B1E9-4C8C3C19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Any Queries?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2DB8F-74D7-9F25-ACC8-D46513995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171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ISO 9000 Quality Standards &amp; SQA Plan</vt:lpstr>
      <vt:lpstr>ISO 9000 Quality Standards</vt:lpstr>
      <vt:lpstr>ISO 9001 Principles &amp; Benefits</vt:lpstr>
      <vt:lpstr>Software Quality Assurance (SQA) Plan</vt:lpstr>
      <vt:lpstr>Relationship &amp; Conclusion</vt:lpstr>
      <vt:lpstr>Any Queries?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pujan Dhakal</dc:creator>
  <cp:lastModifiedBy>pujan Dhakal</cp:lastModifiedBy>
  <cp:revision>1</cp:revision>
  <dcterms:created xsi:type="dcterms:W3CDTF">2026-01-07T13:56:49Z</dcterms:created>
  <dcterms:modified xsi:type="dcterms:W3CDTF">2026-01-07T14:45:16Z</dcterms:modified>
</cp:coreProperties>
</file>